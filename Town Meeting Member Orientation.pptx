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Proxima Nova"/>
      <p:regular r:id="rId22"/>
      <p:bold r:id="rId23"/>
      <p:italic r:id="rId24"/>
      <p:boldItalic r:id="rId25"/>
    </p:embeddedFont>
    <p:embeddedFont>
      <p:font typeface="Proxima Nova Extrabold"/>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roximaNova-regular.fntdata"/><Relationship Id="rId21" Type="http://schemas.openxmlformats.org/officeDocument/2006/relationships/slide" Target="slides/slide16.xml"/><Relationship Id="rId24" Type="http://schemas.openxmlformats.org/officeDocument/2006/relationships/font" Target="fonts/ProximaNova-italic.fntdata"/><Relationship Id="rId23" Type="http://schemas.openxmlformats.org/officeDocument/2006/relationships/font" Target="fonts/ProximaNova-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roximaNovaExtrabold-bold.fntdata"/><Relationship Id="rId25" Type="http://schemas.openxmlformats.org/officeDocument/2006/relationships/font" Target="fonts/ProximaNova-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c9de24a9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c9de24a9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4c9de24a9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4c9de24a9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c0e377916_2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4c0e377916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c9de24a9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c9de24a9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c9de24a9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c9de24a9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46b02dd0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46b02dd0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4c0e377916_2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4c0e377916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4c9de24a9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4c9de24a9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dbe7682a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dbe7682a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4c9de24a99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4c9de24a99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4c9de24a9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4c9de24a9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4c9de24a99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4c9de24a99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46b02dd0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46b02dd0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4bd7ea9b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4bd7ea9b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c0e377916_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4c0e377916_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81625"/>
            <a:ext cx="8520600" cy="1315500"/>
          </a:xfrm>
          <a:prstGeom prst="rect">
            <a:avLst/>
          </a:prstGeom>
        </p:spPr>
        <p:txBody>
          <a:bodyPr anchorCtr="0" anchor="t" bIns="91425" lIns="91425" spcFirstLastPara="1" rIns="91425" wrap="square" tIns="91425">
            <a:noAutofit/>
          </a:bodyPr>
          <a:lstStyle>
            <a:lvl1pPr lvl="0" algn="ctr">
              <a:spcBef>
                <a:spcPts val="0"/>
              </a:spcBef>
              <a:spcAft>
                <a:spcPts val="0"/>
              </a:spcAft>
              <a:buSzPts val="4800"/>
              <a:buFont typeface="Proxima Nova Extrabold"/>
              <a:buNone/>
              <a:defRPr sz="4800">
                <a:latin typeface="Proxima Nova Extrabold"/>
                <a:ea typeface="Proxima Nova Extrabold"/>
                <a:cs typeface="Proxima Nova Extrabold"/>
                <a:sym typeface="Proxima Nova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8127925" y="0"/>
            <a:ext cx="1016074" cy="101607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 name="Google Shape;16;p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18" name="Shape 18"/>
        <p:cNvGrpSpPr/>
        <p:nvPr/>
      </p:nvGrpSpPr>
      <p:grpSpPr>
        <a:xfrm>
          <a:off x="0" y="0"/>
          <a:ext cx="0" cy="0"/>
          <a:chOff x="0" y="0"/>
          <a:chExt cx="0" cy="0"/>
        </a:xfrm>
      </p:grpSpPr>
      <p:sp>
        <p:nvSpPr>
          <p:cNvPr id="19" name="Google Shape;19;p4"/>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1" name="Google Shape;21;p4"/>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_color blocks">
  <p:cSld name="TITLE_AND_TWO_COLUMNS_1">
    <p:bg>
      <p:bgPr>
        <a:solidFill>
          <a:schemeClr val="lt1"/>
        </a:solidFill>
      </p:bgPr>
    </p:bg>
    <p:spTree>
      <p:nvGrpSpPr>
        <p:cNvPr id="23" name="Shape 23"/>
        <p:cNvGrpSpPr/>
        <p:nvPr/>
      </p:nvGrpSpPr>
      <p:grpSpPr>
        <a:xfrm>
          <a:off x="0" y="0"/>
          <a:ext cx="0" cy="0"/>
          <a:chOff x="0" y="0"/>
          <a:chExt cx="0" cy="0"/>
        </a:xfrm>
      </p:grpSpPr>
      <p:sp>
        <p:nvSpPr>
          <p:cNvPr id="24" name="Google Shape;24;p5"/>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5"/>
          <p:cNvSpPr/>
          <p:nvPr/>
        </p:nvSpPr>
        <p:spPr>
          <a:xfrm>
            <a:off x="1148913" y="1466175"/>
            <a:ext cx="3094800" cy="393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6" name="Google Shape;26;p5"/>
          <p:cNvSpPr/>
          <p:nvPr/>
        </p:nvSpPr>
        <p:spPr>
          <a:xfrm>
            <a:off x="1148913" y="1939175"/>
            <a:ext cx="3094800" cy="2167500"/>
          </a:xfrm>
          <a:prstGeom prst="rect">
            <a:avLst/>
          </a:prstGeom>
          <a:solidFill>
            <a:srgbClr val="C8D8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27" name="Google Shape;27;p5"/>
          <p:cNvSpPr txBox="1"/>
          <p:nvPr>
            <p:ph idx="1" type="body"/>
          </p:nvPr>
        </p:nvSpPr>
        <p:spPr>
          <a:xfrm>
            <a:off x="1078875" y="1939175"/>
            <a:ext cx="3094800" cy="2829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Clr>
                <a:schemeClr val="dk1"/>
              </a:buClr>
              <a:buSzPts val="1200"/>
              <a:buChar char="◾"/>
              <a:defRPr sz="1200">
                <a:solidFill>
                  <a:schemeClr val="dk1"/>
                </a:solidFill>
              </a:defRPr>
            </a:lvl3pPr>
            <a:lvl4pPr indent="-304800" lvl="3" marL="1828800" rtl="0">
              <a:spcBef>
                <a:spcPts val="0"/>
              </a:spcBef>
              <a:spcAft>
                <a:spcPts val="0"/>
              </a:spcAft>
              <a:buClr>
                <a:schemeClr val="dk1"/>
              </a:buClr>
              <a:buSzPts val="1200"/>
              <a:buChar char="◽"/>
              <a:defRPr sz="1200">
                <a:solidFill>
                  <a:schemeClr val="dk1"/>
                </a:solidFill>
              </a:defRPr>
            </a:lvl4pPr>
            <a:lvl5pPr indent="-304800" lvl="4" marL="2286000" rtl="0">
              <a:spcBef>
                <a:spcPts val="0"/>
              </a:spcBef>
              <a:spcAft>
                <a:spcPts val="0"/>
              </a:spcAft>
              <a:buSzPts val="1200"/>
              <a:buChar char="►"/>
              <a:defRPr sz="1200"/>
            </a:lvl5pPr>
            <a:lvl6pPr indent="-304800" lvl="5" marL="2743200" rtl="0">
              <a:spcBef>
                <a:spcPts val="0"/>
              </a:spcBef>
              <a:spcAft>
                <a:spcPts val="0"/>
              </a:spcAft>
              <a:buClr>
                <a:schemeClr val="dk1"/>
              </a:buClr>
              <a:buSzPts val="1200"/>
              <a:buChar char="▷"/>
              <a:defRPr sz="1200">
                <a:solidFill>
                  <a:schemeClr val="dk1"/>
                </a:solidFill>
              </a:defRPr>
            </a:lvl6pPr>
            <a:lvl7pPr indent="-304800" lvl="6" marL="3200400" rtl="0">
              <a:spcBef>
                <a:spcPts val="0"/>
              </a:spcBef>
              <a:spcAft>
                <a:spcPts val="0"/>
              </a:spcAft>
              <a:buClr>
                <a:schemeClr val="dk1"/>
              </a:buClr>
              <a:buSzPts val="1200"/>
              <a:buChar char="●"/>
              <a:defRPr sz="1200">
                <a:solidFill>
                  <a:schemeClr val="dk1"/>
                </a:solidFill>
              </a:defRPr>
            </a:lvl7pPr>
            <a:lvl8pPr indent="-304800" lvl="7" marL="3657600" rtl="0">
              <a:spcBef>
                <a:spcPts val="0"/>
              </a:spcBef>
              <a:spcAft>
                <a:spcPts val="0"/>
              </a:spcAft>
              <a:buClr>
                <a:schemeClr val="dk1"/>
              </a:buClr>
              <a:buSzPts val="1200"/>
              <a:buChar char="○"/>
              <a:defRPr sz="1200">
                <a:solidFill>
                  <a:schemeClr val="dk1"/>
                </a:solidFill>
              </a:defRPr>
            </a:lvl8pPr>
            <a:lvl9pPr indent="-304800" lvl="8" marL="4114800" rtl="0">
              <a:spcBef>
                <a:spcPts val="0"/>
              </a:spcBef>
              <a:spcAft>
                <a:spcPts val="0"/>
              </a:spcAft>
              <a:buClr>
                <a:schemeClr val="dk1"/>
              </a:buClr>
              <a:buSzPts val="1200"/>
              <a:buChar char="■"/>
              <a:defRPr sz="1200">
                <a:solidFill>
                  <a:schemeClr val="dk1"/>
                </a:solidFill>
              </a:defRPr>
            </a:lvl9pPr>
          </a:lstStyle>
          <a:p/>
        </p:txBody>
      </p:sp>
      <p:sp>
        <p:nvSpPr>
          <p:cNvPr id="28" name="Google Shape;28;p5"/>
          <p:cNvSpPr txBox="1"/>
          <p:nvPr>
            <p:ph idx="2" type="title"/>
          </p:nvPr>
        </p:nvSpPr>
        <p:spPr>
          <a:xfrm>
            <a:off x="1137638" y="1463255"/>
            <a:ext cx="35331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p:nvPr/>
        </p:nvSpPr>
        <p:spPr>
          <a:xfrm>
            <a:off x="5040338" y="1469100"/>
            <a:ext cx="3094800" cy="393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30" name="Google Shape;30;p5"/>
          <p:cNvSpPr/>
          <p:nvPr/>
        </p:nvSpPr>
        <p:spPr>
          <a:xfrm>
            <a:off x="5040338" y="1942100"/>
            <a:ext cx="3094800" cy="2167500"/>
          </a:xfrm>
          <a:prstGeom prst="rect">
            <a:avLst/>
          </a:prstGeom>
          <a:solidFill>
            <a:srgbClr val="C8D8F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31" name="Google Shape;31;p5"/>
          <p:cNvSpPr txBox="1"/>
          <p:nvPr>
            <p:ph idx="3" type="body"/>
          </p:nvPr>
        </p:nvSpPr>
        <p:spPr>
          <a:xfrm>
            <a:off x="4970300" y="1942100"/>
            <a:ext cx="3094800" cy="2829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Clr>
                <a:schemeClr val="dk1"/>
              </a:buClr>
              <a:buSzPts val="1200"/>
              <a:buChar char="◾"/>
              <a:defRPr sz="1200">
                <a:solidFill>
                  <a:schemeClr val="dk1"/>
                </a:solidFill>
              </a:defRPr>
            </a:lvl3pPr>
            <a:lvl4pPr indent="-304800" lvl="3" marL="1828800" rtl="0">
              <a:spcBef>
                <a:spcPts val="0"/>
              </a:spcBef>
              <a:spcAft>
                <a:spcPts val="0"/>
              </a:spcAft>
              <a:buClr>
                <a:schemeClr val="dk1"/>
              </a:buClr>
              <a:buSzPts val="1200"/>
              <a:buChar char="◽"/>
              <a:defRPr sz="1200">
                <a:solidFill>
                  <a:schemeClr val="dk1"/>
                </a:solidFill>
              </a:defRPr>
            </a:lvl4pPr>
            <a:lvl5pPr indent="-304800" lvl="4" marL="2286000" rtl="0">
              <a:spcBef>
                <a:spcPts val="0"/>
              </a:spcBef>
              <a:spcAft>
                <a:spcPts val="0"/>
              </a:spcAft>
              <a:buSzPts val="1200"/>
              <a:buChar char="►"/>
              <a:defRPr sz="1200"/>
            </a:lvl5pPr>
            <a:lvl6pPr indent="-304800" lvl="5" marL="2743200" rtl="0">
              <a:spcBef>
                <a:spcPts val="0"/>
              </a:spcBef>
              <a:spcAft>
                <a:spcPts val="0"/>
              </a:spcAft>
              <a:buClr>
                <a:schemeClr val="dk1"/>
              </a:buClr>
              <a:buSzPts val="1200"/>
              <a:buChar char="▷"/>
              <a:defRPr sz="1200">
                <a:solidFill>
                  <a:schemeClr val="dk1"/>
                </a:solidFill>
              </a:defRPr>
            </a:lvl6pPr>
            <a:lvl7pPr indent="-304800" lvl="6" marL="3200400" rtl="0">
              <a:spcBef>
                <a:spcPts val="0"/>
              </a:spcBef>
              <a:spcAft>
                <a:spcPts val="0"/>
              </a:spcAft>
              <a:buClr>
                <a:schemeClr val="dk1"/>
              </a:buClr>
              <a:buSzPts val="1200"/>
              <a:buChar char="●"/>
              <a:defRPr sz="1200">
                <a:solidFill>
                  <a:schemeClr val="dk1"/>
                </a:solidFill>
              </a:defRPr>
            </a:lvl7pPr>
            <a:lvl8pPr indent="-304800" lvl="7" marL="3657600" rtl="0">
              <a:spcBef>
                <a:spcPts val="0"/>
              </a:spcBef>
              <a:spcAft>
                <a:spcPts val="0"/>
              </a:spcAft>
              <a:buClr>
                <a:schemeClr val="dk1"/>
              </a:buClr>
              <a:buSzPts val="1200"/>
              <a:buChar char="○"/>
              <a:defRPr sz="1200">
                <a:solidFill>
                  <a:schemeClr val="dk1"/>
                </a:solidFill>
              </a:defRPr>
            </a:lvl8pPr>
            <a:lvl9pPr indent="-304800" lvl="8" marL="4114800" rtl="0">
              <a:spcBef>
                <a:spcPts val="0"/>
              </a:spcBef>
              <a:spcAft>
                <a:spcPts val="0"/>
              </a:spcAft>
              <a:buClr>
                <a:schemeClr val="dk1"/>
              </a:buClr>
              <a:buSzPts val="1200"/>
              <a:buChar char="■"/>
              <a:defRPr sz="1200">
                <a:solidFill>
                  <a:schemeClr val="dk1"/>
                </a:solidFill>
              </a:defRPr>
            </a:lvl9pPr>
          </a:lstStyle>
          <a:p/>
        </p:txBody>
      </p:sp>
      <p:sp>
        <p:nvSpPr>
          <p:cNvPr id="32" name="Google Shape;32;p5"/>
          <p:cNvSpPr txBox="1"/>
          <p:nvPr>
            <p:ph idx="4" type="title"/>
          </p:nvPr>
        </p:nvSpPr>
        <p:spPr>
          <a:xfrm>
            <a:off x="5029063" y="1466180"/>
            <a:ext cx="3533100" cy="3936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2000"/>
              <a:buNone/>
              <a:defRPr sz="2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33" name="Google Shape;3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_B&amp;W blocks">
  <p:cSld name="TITLE_AND_TWO_COLUMNS_1_1">
    <p:spTree>
      <p:nvGrpSpPr>
        <p:cNvPr id="34" name="Shape 34"/>
        <p:cNvGrpSpPr/>
        <p:nvPr/>
      </p:nvGrpSpPr>
      <p:grpSpPr>
        <a:xfrm>
          <a:off x="0" y="0"/>
          <a:ext cx="0" cy="0"/>
          <a:chOff x="0" y="0"/>
          <a:chExt cx="0" cy="0"/>
        </a:xfrm>
      </p:grpSpPr>
      <p:sp>
        <p:nvSpPr>
          <p:cNvPr id="35" name="Google Shape;35;p6"/>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6"/>
          <p:cNvSpPr/>
          <p:nvPr/>
        </p:nvSpPr>
        <p:spPr>
          <a:xfrm>
            <a:off x="1148913" y="1466175"/>
            <a:ext cx="3094800" cy="39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37" name="Google Shape;37;p6"/>
          <p:cNvSpPr/>
          <p:nvPr/>
        </p:nvSpPr>
        <p:spPr>
          <a:xfrm>
            <a:off x="1148913" y="1939175"/>
            <a:ext cx="3094800" cy="2167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38" name="Google Shape;38;p6"/>
          <p:cNvSpPr txBox="1"/>
          <p:nvPr>
            <p:ph idx="1" type="body"/>
          </p:nvPr>
        </p:nvSpPr>
        <p:spPr>
          <a:xfrm>
            <a:off x="1078875" y="1939175"/>
            <a:ext cx="3094800" cy="2829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Clr>
                <a:schemeClr val="dk1"/>
              </a:buClr>
              <a:buSzPts val="1200"/>
              <a:buChar char="◾"/>
              <a:defRPr sz="1200">
                <a:solidFill>
                  <a:schemeClr val="dk1"/>
                </a:solidFill>
              </a:defRPr>
            </a:lvl3pPr>
            <a:lvl4pPr indent="-304800" lvl="3" marL="1828800" rtl="0">
              <a:spcBef>
                <a:spcPts val="0"/>
              </a:spcBef>
              <a:spcAft>
                <a:spcPts val="0"/>
              </a:spcAft>
              <a:buClr>
                <a:schemeClr val="dk1"/>
              </a:buClr>
              <a:buSzPts val="1200"/>
              <a:buChar char="◽"/>
              <a:defRPr sz="1200">
                <a:solidFill>
                  <a:schemeClr val="dk1"/>
                </a:solidFill>
              </a:defRPr>
            </a:lvl4pPr>
            <a:lvl5pPr indent="-304800" lvl="4" marL="2286000" rtl="0">
              <a:spcBef>
                <a:spcPts val="0"/>
              </a:spcBef>
              <a:spcAft>
                <a:spcPts val="0"/>
              </a:spcAft>
              <a:buSzPts val="1200"/>
              <a:buChar char="►"/>
              <a:defRPr sz="1200"/>
            </a:lvl5pPr>
            <a:lvl6pPr indent="-304800" lvl="5" marL="2743200" rtl="0">
              <a:spcBef>
                <a:spcPts val="0"/>
              </a:spcBef>
              <a:spcAft>
                <a:spcPts val="0"/>
              </a:spcAft>
              <a:buClr>
                <a:schemeClr val="dk1"/>
              </a:buClr>
              <a:buSzPts val="1200"/>
              <a:buChar char="▷"/>
              <a:defRPr sz="1200">
                <a:solidFill>
                  <a:schemeClr val="dk1"/>
                </a:solidFill>
              </a:defRPr>
            </a:lvl6pPr>
            <a:lvl7pPr indent="-304800" lvl="6" marL="3200400" rtl="0">
              <a:spcBef>
                <a:spcPts val="0"/>
              </a:spcBef>
              <a:spcAft>
                <a:spcPts val="0"/>
              </a:spcAft>
              <a:buClr>
                <a:schemeClr val="dk1"/>
              </a:buClr>
              <a:buSzPts val="1200"/>
              <a:buChar char="●"/>
              <a:defRPr sz="1200">
                <a:solidFill>
                  <a:schemeClr val="dk1"/>
                </a:solidFill>
              </a:defRPr>
            </a:lvl7pPr>
            <a:lvl8pPr indent="-304800" lvl="7" marL="3657600" rtl="0">
              <a:spcBef>
                <a:spcPts val="0"/>
              </a:spcBef>
              <a:spcAft>
                <a:spcPts val="0"/>
              </a:spcAft>
              <a:buClr>
                <a:schemeClr val="dk1"/>
              </a:buClr>
              <a:buSzPts val="1200"/>
              <a:buChar char="○"/>
              <a:defRPr sz="1200">
                <a:solidFill>
                  <a:schemeClr val="dk1"/>
                </a:solidFill>
              </a:defRPr>
            </a:lvl8pPr>
            <a:lvl9pPr indent="-304800" lvl="8" marL="4114800" rtl="0">
              <a:spcBef>
                <a:spcPts val="0"/>
              </a:spcBef>
              <a:spcAft>
                <a:spcPts val="0"/>
              </a:spcAft>
              <a:buClr>
                <a:schemeClr val="dk1"/>
              </a:buClr>
              <a:buSzPts val="1200"/>
              <a:buChar char="■"/>
              <a:defRPr sz="1200">
                <a:solidFill>
                  <a:schemeClr val="dk1"/>
                </a:solidFill>
              </a:defRPr>
            </a:lvl9pPr>
          </a:lstStyle>
          <a:p/>
        </p:txBody>
      </p:sp>
      <p:sp>
        <p:nvSpPr>
          <p:cNvPr id="39" name="Google Shape;39;p6"/>
          <p:cNvSpPr txBox="1"/>
          <p:nvPr>
            <p:ph idx="2" type="title"/>
          </p:nvPr>
        </p:nvSpPr>
        <p:spPr>
          <a:xfrm>
            <a:off x="1137638" y="1463255"/>
            <a:ext cx="3533100" cy="3936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2000"/>
              <a:buNone/>
              <a:defRPr sz="2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0" name="Google Shape;40;p6"/>
          <p:cNvSpPr/>
          <p:nvPr/>
        </p:nvSpPr>
        <p:spPr>
          <a:xfrm>
            <a:off x="5040338" y="1469100"/>
            <a:ext cx="3094800" cy="3936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1" name="Google Shape;41;p6"/>
          <p:cNvSpPr/>
          <p:nvPr/>
        </p:nvSpPr>
        <p:spPr>
          <a:xfrm>
            <a:off x="5040338" y="1942100"/>
            <a:ext cx="3094800" cy="2167500"/>
          </a:xfrm>
          <a:prstGeom prst="rect">
            <a:avLst/>
          </a:prstGeom>
          <a:solidFill>
            <a:srgbClr val="D9D9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42" name="Google Shape;42;p6"/>
          <p:cNvSpPr txBox="1"/>
          <p:nvPr>
            <p:ph idx="3" type="body"/>
          </p:nvPr>
        </p:nvSpPr>
        <p:spPr>
          <a:xfrm>
            <a:off x="4970300" y="1942100"/>
            <a:ext cx="3094800" cy="28290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Clr>
                <a:schemeClr val="dk1"/>
              </a:buClr>
              <a:buSzPts val="1200"/>
              <a:buChar char="◾"/>
              <a:defRPr sz="1200">
                <a:solidFill>
                  <a:schemeClr val="dk1"/>
                </a:solidFill>
              </a:defRPr>
            </a:lvl3pPr>
            <a:lvl4pPr indent="-304800" lvl="3" marL="1828800" rtl="0">
              <a:spcBef>
                <a:spcPts val="0"/>
              </a:spcBef>
              <a:spcAft>
                <a:spcPts val="0"/>
              </a:spcAft>
              <a:buClr>
                <a:schemeClr val="dk1"/>
              </a:buClr>
              <a:buSzPts val="1200"/>
              <a:buChar char="◽"/>
              <a:defRPr sz="1200">
                <a:solidFill>
                  <a:schemeClr val="dk1"/>
                </a:solidFill>
              </a:defRPr>
            </a:lvl4pPr>
            <a:lvl5pPr indent="-304800" lvl="4" marL="2286000" rtl="0">
              <a:spcBef>
                <a:spcPts val="0"/>
              </a:spcBef>
              <a:spcAft>
                <a:spcPts val="0"/>
              </a:spcAft>
              <a:buSzPts val="1200"/>
              <a:buChar char="►"/>
              <a:defRPr sz="1200"/>
            </a:lvl5pPr>
            <a:lvl6pPr indent="-304800" lvl="5" marL="2743200" rtl="0">
              <a:spcBef>
                <a:spcPts val="0"/>
              </a:spcBef>
              <a:spcAft>
                <a:spcPts val="0"/>
              </a:spcAft>
              <a:buClr>
                <a:schemeClr val="dk1"/>
              </a:buClr>
              <a:buSzPts val="1200"/>
              <a:buChar char="▷"/>
              <a:defRPr sz="1200">
                <a:solidFill>
                  <a:schemeClr val="dk1"/>
                </a:solidFill>
              </a:defRPr>
            </a:lvl6pPr>
            <a:lvl7pPr indent="-304800" lvl="6" marL="3200400" rtl="0">
              <a:spcBef>
                <a:spcPts val="0"/>
              </a:spcBef>
              <a:spcAft>
                <a:spcPts val="0"/>
              </a:spcAft>
              <a:buClr>
                <a:schemeClr val="dk1"/>
              </a:buClr>
              <a:buSzPts val="1200"/>
              <a:buChar char="●"/>
              <a:defRPr sz="1200">
                <a:solidFill>
                  <a:schemeClr val="dk1"/>
                </a:solidFill>
              </a:defRPr>
            </a:lvl7pPr>
            <a:lvl8pPr indent="-304800" lvl="7" marL="3657600" rtl="0">
              <a:spcBef>
                <a:spcPts val="0"/>
              </a:spcBef>
              <a:spcAft>
                <a:spcPts val="0"/>
              </a:spcAft>
              <a:buClr>
                <a:schemeClr val="dk1"/>
              </a:buClr>
              <a:buSzPts val="1200"/>
              <a:buChar char="○"/>
              <a:defRPr sz="1200">
                <a:solidFill>
                  <a:schemeClr val="dk1"/>
                </a:solidFill>
              </a:defRPr>
            </a:lvl8pPr>
            <a:lvl9pPr indent="-304800" lvl="8" marL="4114800" rtl="0">
              <a:spcBef>
                <a:spcPts val="0"/>
              </a:spcBef>
              <a:spcAft>
                <a:spcPts val="0"/>
              </a:spcAft>
              <a:buClr>
                <a:schemeClr val="dk1"/>
              </a:buClr>
              <a:buSzPts val="1200"/>
              <a:buChar char="■"/>
              <a:defRPr sz="1200">
                <a:solidFill>
                  <a:schemeClr val="dk1"/>
                </a:solidFill>
              </a:defRPr>
            </a:lvl9pPr>
          </a:lstStyle>
          <a:p/>
        </p:txBody>
      </p:sp>
      <p:sp>
        <p:nvSpPr>
          <p:cNvPr id="43" name="Google Shape;43;p6"/>
          <p:cNvSpPr txBox="1"/>
          <p:nvPr>
            <p:ph idx="4" type="title"/>
          </p:nvPr>
        </p:nvSpPr>
        <p:spPr>
          <a:xfrm>
            <a:off x="5029063" y="1466180"/>
            <a:ext cx="3533100" cy="3936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2000"/>
              <a:buNone/>
              <a:defRPr sz="2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4" name="Google Shape;44;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pic>
        <p:nvPicPr>
          <p:cNvPr id="45" name="Google Shape;45;p6"/>
          <p:cNvPicPr preferRelativeResize="0"/>
          <p:nvPr/>
        </p:nvPicPr>
        <p:blipFill>
          <a:blip r:embed="rId2">
            <a:alphaModFix/>
          </a:blip>
          <a:stretch>
            <a:fillRect/>
          </a:stretch>
        </p:blipFill>
        <p:spPr>
          <a:xfrm>
            <a:off x="8127926" y="0"/>
            <a:ext cx="1016074" cy="101607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 name="Shape 46"/>
        <p:cNvGrpSpPr/>
        <p:nvPr/>
      </p:nvGrpSpPr>
      <p:grpSpPr>
        <a:xfrm>
          <a:off x="0" y="0"/>
          <a:ext cx="0" cy="0"/>
          <a:chOff x="0" y="0"/>
          <a:chExt cx="0" cy="0"/>
        </a:xfrm>
      </p:grpSpPr>
      <p:sp>
        <p:nvSpPr>
          <p:cNvPr id="47" name="Google Shape;47;p7"/>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 name="Google Shape;4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9" name="Shape 49"/>
        <p:cNvGrpSpPr/>
        <p:nvPr/>
      </p:nvGrpSpPr>
      <p:grpSpPr>
        <a:xfrm>
          <a:off x="0" y="0"/>
          <a:ext cx="0" cy="0"/>
          <a:chOff x="0" y="0"/>
          <a:chExt cx="0" cy="0"/>
        </a:xfrm>
      </p:grpSpPr>
      <p:sp>
        <p:nvSpPr>
          <p:cNvPr id="50" name="Google Shape;50;p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1" name="Google Shape;51;p8"/>
          <p:cNvSpPr txBox="1"/>
          <p:nvPr>
            <p:ph idx="1" type="body"/>
          </p:nvPr>
        </p:nvSpPr>
        <p:spPr>
          <a:xfrm>
            <a:off x="311700" y="1389600"/>
            <a:ext cx="40563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 name="Google Shape;5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3" name="Shape 53"/>
        <p:cNvGrpSpPr/>
        <p:nvPr/>
      </p:nvGrpSpPr>
      <p:grpSpPr>
        <a:xfrm>
          <a:off x="0" y="0"/>
          <a:ext cx="0" cy="0"/>
          <a:chOff x="0" y="0"/>
          <a:chExt cx="0" cy="0"/>
        </a:xfrm>
      </p:grpSpPr>
      <p:sp>
        <p:nvSpPr>
          <p:cNvPr id="54" name="Google Shape;54;p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6" name="Shape 56"/>
        <p:cNvGrpSpPr/>
        <p:nvPr/>
      </p:nvGrpSpPr>
      <p:grpSpPr>
        <a:xfrm>
          <a:off x="0" y="0"/>
          <a:ext cx="0" cy="0"/>
          <a:chOff x="0" y="0"/>
          <a:chExt cx="0" cy="0"/>
        </a:xfrm>
      </p:grpSpPr>
      <p:sp>
        <p:nvSpPr>
          <p:cNvPr id="57" name="Google Shape;5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9" name="Google Shape;59;p1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0" name="Google Shape;60;p1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1150" lvl="3" marL="1828800">
              <a:spcBef>
                <a:spcPts val="0"/>
              </a:spcBef>
              <a:spcAft>
                <a:spcPts val="0"/>
              </a:spcAft>
              <a:buSzPts val="13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61" name="Google Shape;6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2" name="Shape 62"/>
        <p:cNvGrpSpPr/>
        <p:nvPr/>
      </p:nvGrpSpPr>
      <p:grpSpPr>
        <a:xfrm>
          <a:off x="0" y="0"/>
          <a:ext cx="0" cy="0"/>
          <a:chOff x="0" y="0"/>
          <a:chExt cx="0" cy="0"/>
        </a:xfrm>
      </p:grpSpPr>
      <p:sp>
        <p:nvSpPr>
          <p:cNvPr id="63" name="Google Shape;63;p1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600"/>
              <a:buNone/>
              <a:defRPr/>
            </a:lvl1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lor"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amp;W">
  <p:cSld name="BLANK_1">
    <p:spTree>
      <p:nvGrpSpPr>
        <p:cNvPr id="67" name="Shape 67"/>
        <p:cNvGrpSpPr/>
        <p:nvPr/>
      </p:nvGrpSpPr>
      <p:grpSpPr>
        <a:xfrm>
          <a:off x="0" y="0"/>
          <a:ext cx="0" cy="0"/>
          <a:chOff x="0" y="0"/>
          <a:chExt cx="0" cy="0"/>
        </a:xfrm>
      </p:grpSpPr>
      <p:pic>
        <p:nvPicPr>
          <p:cNvPr id="68" name="Google Shape;68;p13"/>
          <p:cNvPicPr preferRelativeResize="0"/>
          <p:nvPr/>
        </p:nvPicPr>
        <p:blipFill>
          <a:blip r:embed="rId2">
            <a:alphaModFix/>
          </a:blip>
          <a:stretch>
            <a:fillRect/>
          </a:stretch>
        </p:blipFill>
        <p:spPr>
          <a:xfrm>
            <a:off x="8127926" y="0"/>
            <a:ext cx="1016074" cy="1016074"/>
          </a:xfrm>
          <a:prstGeom prst="rect">
            <a:avLst/>
          </a:prstGeom>
          <a:noFill/>
          <a:ln>
            <a:noFill/>
          </a:ln>
        </p:spPr>
      </p:pic>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eometric simple">
  <p:cSld name="TITLE_1">
    <p:bg>
      <p:bgPr>
        <a:solidFill>
          <a:srgbClr val="F3F3F3"/>
        </a:solidFill>
      </p:bgPr>
    </p:bg>
    <p:spTree>
      <p:nvGrpSpPr>
        <p:cNvPr id="70" name="Shape 70"/>
        <p:cNvGrpSpPr/>
        <p:nvPr/>
      </p:nvGrpSpPr>
      <p:grpSpPr>
        <a:xfrm>
          <a:off x="0" y="0"/>
          <a:ext cx="0" cy="0"/>
          <a:chOff x="0" y="0"/>
          <a:chExt cx="0" cy="0"/>
        </a:xfrm>
      </p:grpSpPr>
      <p:sp>
        <p:nvSpPr>
          <p:cNvPr id="71" name="Google Shape;71;p14"/>
          <p:cNvSpPr txBox="1"/>
          <p:nvPr>
            <p:ph type="ctrTitle"/>
          </p:nvPr>
        </p:nvSpPr>
        <p:spPr>
          <a:xfrm>
            <a:off x="311700" y="1481625"/>
            <a:ext cx="8520600" cy="13155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Font typeface="Proxima Nova Extrabold"/>
              <a:buNone/>
              <a:defRPr sz="4800">
                <a:latin typeface="Proxima Nova Extrabold"/>
                <a:ea typeface="Proxima Nova Extrabold"/>
                <a:cs typeface="Proxima Nova Extrabold"/>
                <a:sym typeface="Proxima Nova Extrabold"/>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800"/>
              <a:buNone/>
              <a:defRPr sz="2800"/>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pic>
        <p:nvPicPr>
          <p:cNvPr id="73" name="Google Shape;73;p14"/>
          <p:cNvPicPr preferRelativeResize="0"/>
          <p:nvPr/>
        </p:nvPicPr>
        <p:blipFill>
          <a:blip r:embed="rId2">
            <a:alphaModFix/>
          </a:blip>
          <a:stretch>
            <a:fillRect/>
          </a:stretch>
        </p:blipFill>
        <p:spPr>
          <a:xfrm>
            <a:off x="8127925" y="0"/>
            <a:ext cx="1016074" cy="1016074"/>
          </a:xfrm>
          <a:prstGeom prst="rect">
            <a:avLst/>
          </a:prstGeom>
          <a:noFill/>
          <a:ln>
            <a:noFill/>
          </a:ln>
        </p:spPr>
      </p:pic>
      <p:sp>
        <p:nvSpPr>
          <p:cNvPr id="74" name="Google Shape;74;p14"/>
          <p:cNvSpPr/>
          <p:nvPr/>
        </p:nvSpPr>
        <p:spPr>
          <a:xfrm rot="-5400000">
            <a:off x="-635765" y="3420525"/>
            <a:ext cx="1447800" cy="201000"/>
          </a:xfrm>
          <a:prstGeom prst="rect">
            <a:avLst/>
          </a:prstGeom>
          <a:solidFill>
            <a:srgbClr val="0E0E0E">
              <a:alpha val="93670"/>
            </a:srgbClr>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cxnSp>
        <p:nvCxnSpPr>
          <p:cNvPr id="75" name="Google Shape;75;p14"/>
          <p:cNvCxnSpPr/>
          <p:nvPr/>
        </p:nvCxnSpPr>
        <p:spPr>
          <a:xfrm>
            <a:off x="1800" y="2797125"/>
            <a:ext cx="9140400" cy="0"/>
          </a:xfrm>
          <a:prstGeom prst="straightConnector1">
            <a:avLst/>
          </a:prstGeom>
          <a:noFill/>
          <a:ln cap="flat" cmpd="sng" w="28575">
            <a:solidFill>
              <a:srgbClr val="0E0E0E"/>
            </a:solidFill>
            <a:prstDash val="solid"/>
            <a:round/>
            <a:headEnd len="med" w="med" type="none"/>
            <a:tailEnd len="med" w="med" type="none"/>
          </a:ln>
        </p:spPr>
      </p:cxnSp>
      <p:cxnSp>
        <p:nvCxnSpPr>
          <p:cNvPr id="76" name="Google Shape;76;p14"/>
          <p:cNvCxnSpPr/>
          <p:nvPr/>
        </p:nvCxnSpPr>
        <p:spPr>
          <a:xfrm>
            <a:off x="8109650" y="2801950"/>
            <a:ext cx="0" cy="2344500"/>
          </a:xfrm>
          <a:prstGeom prst="straightConnector1">
            <a:avLst/>
          </a:prstGeom>
          <a:noFill/>
          <a:ln cap="flat" cmpd="sng" w="28575">
            <a:solidFill>
              <a:srgbClr val="0E0E0E"/>
            </a:solidFill>
            <a:prstDash val="solid"/>
            <a:round/>
            <a:headEnd len="med" w="med" type="none"/>
            <a:tailEnd len="med" w="med" type="none"/>
          </a:ln>
        </p:spPr>
      </p:cxnSp>
      <p:cxnSp>
        <p:nvCxnSpPr>
          <p:cNvPr id="77" name="Google Shape;77;p14"/>
          <p:cNvCxnSpPr/>
          <p:nvPr/>
        </p:nvCxnSpPr>
        <p:spPr>
          <a:xfrm>
            <a:off x="1800" y="4244925"/>
            <a:ext cx="8119500" cy="0"/>
          </a:xfrm>
          <a:prstGeom prst="straightConnector1">
            <a:avLst/>
          </a:prstGeom>
          <a:noFill/>
          <a:ln cap="flat" cmpd="sng" w="28575">
            <a:solidFill>
              <a:srgbClr val="0E0E0E"/>
            </a:solidFill>
            <a:prstDash val="solid"/>
            <a:round/>
            <a:headEnd len="med" w="med" type="none"/>
            <a:tailEnd len="med" w="med" type="none"/>
          </a:ln>
        </p:spPr>
      </p:cxnSp>
      <p:pic>
        <p:nvPicPr>
          <p:cNvPr id="78" name="Google Shape;78;p14"/>
          <p:cNvPicPr preferRelativeResize="0"/>
          <p:nvPr/>
        </p:nvPicPr>
        <p:blipFill>
          <a:blip r:embed="rId3">
            <a:alphaModFix/>
          </a:blip>
          <a:stretch>
            <a:fillRect/>
          </a:stretch>
        </p:blipFill>
        <p:spPr>
          <a:xfrm>
            <a:off x="8127926" y="0"/>
            <a:ext cx="1016074" cy="1016074"/>
          </a:xfrm>
          <a:prstGeom prst="rect">
            <a:avLst/>
          </a:prstGeom>
          <a:noFill/>
          <a:ln>
            <a:noFill/>
          </a:ln>
        </p:spPr>
      </p:pic>
      <p:sp>
        <p:nvSpPr>
          <p:cNvPr id="79" name="Google Shape;7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geometric simple_white">
  <p:cSld name="TITLE_1_1">
    <p:bg>
      <p:bgPr>
        <a:solidFill>
          <a:schemeClr val="lt1"/>
        </a:solidFill>
      </p:bgPr>
    </p:bg>
    <p:spTree>
      <p:nvGrpSpPr>
        <p:cNvPr id="80" name="Shape 80"/>
        <p:cNvGrpSpPr/>
        <p:nvPr/>
      </p:nvGrpSpPr>
      <p:grpSpPr>
        <a:xfrm>
          <a:off x="0" y="0"/>
          <a:ext cx="0" cy="0"/>
          <a:chOff x="0" y="0"/>
          <a:chExt cx="0" cy="0"/>
        </a:xfrm>
      </p:grpSpPr>
      <p:sp>
        <p:nvSpPr>
          <p:cNvPr id="81" name="Google Shape;81;p15"/>
          <p:cNvSpPr txBox="1"/>
          <p:nvPr>
            <p:ph type="ctrTitle"/>
          </p:nvPr>
        </p:nvSpPr>
        <p:spPr>
          <a:xfrm>
            <a:off x="311700" y="1481625"/>
            <a:ext cx="8520600" cy="1315500"/>
          </a:xfrm>
          <a:prstGeom prst="rect">
            <a:avLst/>
          </a:prstGeom>
        </p:spPr>
        <p:txBody>
          <a:bodyPr anchorCtr="0" anchor="t" bIns="91425" lIns="91425" spcFirstLastPara="1" rIns="91425" wrap="square" tIns="91425">
            <a:noAutofit/>
          </a:bodyPr>
          <a:lstStyle>
            <a:lvl1pPr lvl="0">
              <a:spcBef>
                <a:spcPts val="0"/>
              </a:spcBef>
              <a:spcAft>
                <a:spcPts val="0"/>
              </a:spcAft>
              <a:buSzPts val="4800"/>
              <a:buFont typeface="Proxima Nova Extrabold"/>
              <a:buNone/>
              <a:defRPr sz="4800">
                <a:latin typeface="Proxima Nova Extrabold"/>
                <a:ea typeface="Proxima Nova Extrabold"/>
                <a:cs typeface="Proxima Nova Extrabold"/>
                <a:sym typeface="Proxima Nova Extrabold"/>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82" name="Google Shape;82;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2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pic>
        <p:nvPicPr>
          <p:cNvPr id="83" name="Google Shape;83;p15"/>
          <p:cNvPicPr preferRelativeResize="0"/>
          <p:nvPr/>
        </p:nvPicPr>
        <p:blipFill>
          <a:blip r:embed="rId2">
            <a:alphaModFix/>
          </a:blip>
          <a:stretch>
            <a:fillRect/>
          </a:stretch>
        </p:blipFill>
        <p:spPr>
          <a:xfrm>
            <a:off x="8127925" y="0"/>
            <a:ext cx="1016074" cy="1016074"/>
          </a:xfrm>
          <a:prstGeom prst="rect">
            <a:avLst/>
          </a:prstGeom>
          <a:noFill/>
          <a:ln>
            <a:noFill/>
          </a:ln>
        </p:spPr>
      </p:pic>
      <p:sp>
        <p:nvSpPr>
          <p:cNvPr id="84" name="Google Shape;84;p15"/>
          <p:cNvSpPr/>
          <p:nvPr/>
        </p:nvSpPr>
        <p:spPr>
          <a:xfrm rot="-5400000">
            <a:off x="-635765" y="3420525"/>
            <a:ext cx="1447800" cy="201000"/>
          </a:xfrm>
          <a:prstGeom prst="rect">
            <a:avLst/>
          </a:prstGeom>
          <a:solidFill>
            <a:srgbClr val="0E0E0E">
              <a:alpha val="93670"/>
            </a:srgbClr>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cxnSp>
        <p:nvCxnSpPr>
          <p:cNvPr id="85" name="Google Shape;85;p15"/>
          <p:cNvCxnSpPr/>
          <p:nvPr/>
        </p:nvCxnSpPr>
        <p:spPr>
          <a:xfrm>
            <a:off x="1800" y="2797125"/>
            <a:ext cx="9140400" cy="0"/>
          </a:xfrm>
          <a:prstGeom prst="straightConnector1">
            <a:avLst/>
          </a:prstGeom>
          <a:noFill/>
          <a:ln cap="flat" cmpd="sng" w="28575">
            <a:solidFill>
              <a:srgbClr val="0E0E0E"/>
            </a:solidFill>
            <a:prstDash val="solid"/>
            <a:round/>
            <a:headEnd len="med" w="med" type="none"/>
            <a:tailEnd len="med" w="med" type="none"/>
          </a:ln>
        </p:spPr>
      </p:cxnSp>
      <p:cxnSp>
        <p:nvCxnSpPr>
          <p:cNvPr id="86" name="Google Shape;86;p15"/>
          <p:cNvCxnSpPr/>
          <p:nvPr/>
        </p:nvCxnSpPr>
        <p:spPr>
          <a:xfrm>
            <a:off x="8109650" y="2801950"/>
            <a:ext cx="0" cy="2344500"/>
          </a:xfrm>
          <a:prstGeom prst="straightConnector1">
            <a:avLst/>
          </a:prstGeom>
          <a:noFill/>
          <a:ln cap="flat" cmpd="sng" w="28575">
            <a:solidFill>
              <a:srgbClr val="0E0E0E"/>
            </a:solidFill>
            <a:prstDash val="solid"/>
            <a:round/>
            <a:headEnd len="med" w="med" type="none"/>
            <a:tailEnd len="med" w="med" type="none"/>
          </a:ln>
        </p:spPr>
      </p:cxnSp>
      <p:cxnSp>
        <p:nvCxnSpPr>
          <p:cNvPr id="87" name="Google Shape;87;p15"/>
          <p:cNvCxnSpPr/>
          <p:nvPr/>
        </p:nvCxnSpPr>
        <p:spPr>
          <a:xfrm>
            <a:off x="1800" y="4244925"/>
            <a:ext cx="8119500" cy="0"/>
          </a:xfrm>
          <a:prstGeom prst="straightConnector1">
            <a:avLst/>
          </a:prstGeom>
          <a:noFill/>
          <a:ln cap="flat" cmpd="sng" w="28575">
            <a:solidFill>
              <a:srgbClr val="0E0E0E"/>
            </a:solidFill>
            <a:prstDash val="solid"/>
            <a:round/>
            <a:headEnd len="med" w="med" type="none"/>
            <a:tailEnd len="med" w="med" type="none"/>
          </a:ln>
        </p:spPr>
      </p:cxnSp>
      <p:pic>
        <p:nvPicPr>
          <p:cNvPr id="88" name="Google Shape;88;p15"/>
          <p:cNvPicPr preferRelativeResize="0"/>
          <p:nvPr/>
        </p:nvPicPr>
        <p:blipFill>
          <a:blip r:embed="rId3">
            <a:alphaModFix/>
          </a:blip>
          <a:stretch>
            <a:fillRect/>
          </a:stretch>
        </p:blipFill>
        <p:spPr>
          <a:xfrm>
            <a:off x="8127926" y="0"/>
            <a:ext cx="1016074" cy="1016074"/>
          </a:xfrm>
          <a:prstGeom prst="rect">
            <a:avLst/>
          </a:prstGeom>
          <a:noFill/>
          <a:ln>
            <a:noFill/>
          </a:ln>
        </p:spPr>
      </p:pic>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geometric simple">
  <p:cSld name="TITLE_AND_BODY_1">
    <p:spTree>
      <p:nvGrpSpPr>
        <p:cNvPr id="90" name="Shape 90"/>
        <p:cNvGrpSpPr/>
        <p:nvPr/>
      </p:nvGrpSpPr>
      <p:grpSpPr>
        <a:xfrm>
          <a:off x="0" y="0"/>
          <a:ext cx="0" cy="0"/>
          <a:chOff x="0" y="0"/>
          <a:chExt cx="0" cy="0"/>
        </a:xfrm>
      </p:grpSpPr>
      <p:sp>
        <p:nvSpPr>
          <p:cNvPr id="91" name="Google Shape;91;p16"/>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2" name="Google Shape;92;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0200" lvl="0" marL="457200" rtl="0">
              <a:spcBef>
                <a:spcPts val="0"/>
              </a:spcBef>
              <a:spcAft>
                <a:spcPts val="0"/>
              </a:spcAft>
              <a:buSzPts val="16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1150" lvl="3" marL="1828800" rtl="0">
              <a:spcBef>
                <a:spcPts val="0"/>
              </a:spcBef>
              <a:spcAft>
                <a:spcPts val="0"/>
              </a:spcAft>
              <a:buSzPts val="1300"/>
              <a:buChar char="◽"/>
              <a:defRPr/>
            </a:lvl4pPr>
            <a:lvl5pPr indent="-304800" lvl="4" marL="2286000" rtl="0">
              <a:spcBef>
                <a:spcPts val="0"/>
              </a:spcBef>
              <a:spcAft>
                <a:spcPts val="0"/>
              </a:spcAft>
              <a:buSzPts val="1200"/>
              <a:buChar char="►"/>
              <a:defRPr/>
            </a:lvl5pPr>
            <a:lvl6pPr indent="-304800" lvl="5" marL="2743200" rtl="0">
              <a:spcBef>
                <a:spcPts val="0"/>
              </a:spcBef>
              <a:spcAft>
                <a:spcPts val="0"/>
              </a:spcAft>
              <a:buSzPts val="1200"/>
              <a:buChar char="▷"/>
              <a:defRPr/>
            </a:lvl6pPr>
            <a:lvl7pPr indent="-304800" lvl="6" marL="3200400" rtl="0">
              <a:spcBef>
                <a:spcPts val="0"/>
              </a:spcBef>
              <a:spcAft>
                <a:spcPts val="0"/>
              </a:spcAft>
              <a:buSzPts val="1200"/>
              <a:buChar char="●"/>
              <a:defRPr/>
            </a:lvl7pPr>
            <a:lvl8pPr indent="-304800" lvl="7" marL="3657600" rtl="0">
              <a:spcBef>
                <a:spcPts val="0"/>
              </a:spcBef>
              <a:spcAft>
                <a:spcPts val="0"/>
              </a:spcAft>
              <a:buSzPts val="1200"/>
              <a:buChar char="○"/>
              <a:defRPr/>
            </a:lvl8pPr>
            <a:lvl9pPr indent="-304800" lvl="8" marL="4114800" rtl="0">
              <a:spcBef>
                <a:spcPts val="0"/>
              </a:spcBef>
              <a:spcAft>
                <a:spcPts val="0"/>
              </a:spcAft>
              <a:buSzPts val="1200"/>
              <a:buChar char="■"/>
              <a:defRPr/>
            </a:lvl9pPr>
          </a:lstStyle>
          <a:p/>
        </p:txBody>
      </p:sp>
      <p:pic>
        <p:nvPicPr>
          <p:cNvPr id="93" name="Google Shape;93;p16"/>
          <p:cNvPicPr preferRelativeResize="0"/>
          <p:nvPr/>
        </p:nvPicPr>
        <p:blipFill>
          <a:blip r:embed="rId2">
            <a:alphaModFix/>
          </a:blip>
          <a:stretch>
            <a:fillRect/>
          </a:stretch>
        </p:blipFill>
        <p:spPr>
          <a:xfrm>
            <a:off x="8127926" y="0"/>
            <a:ext cx="1016074" cy="1016074"/>
          </a:xfrm>
          <a:prstGeom prst="rect">
            <a:avLst/>
          </a:prstGeom>
          <a:noFill/>
          <a:ln>
            <a:noFill/>
          </a:ln>
        </p:spPr>
      </p:pic>
      <p:sp>
        <p:nvSpPr>
          <p:cNvPr id="94" name="Google Shape;94;p16"/>
          <p:cNvSpPr/>
          <p:nvPr/>
        </p:nvSpPr>
        <p:spPr>
          <a:xfrm>
            <a:off x="-12370" y="4571535"/>
            <a:ext cx="2858700" cy="201000"/>
          </a:xfrm>
          <a:prstGeom prst="rect">
            <a:avLst/>
          </a:prstGeom>
          <a:solidFill>
            <a:srgbClr val="0E0E0E">
              <a:alpha val="93670"/>
            </a:srgbClr>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cxnSp>
        <p:nvCxnSpPr>
          <p:cNvPr id="95" name="Google Shape;95;p16"/>
          <p:cNvCxnSpPr/>
          <p:nvPr/>
        </p:nvCxnSpPr>
        <p:spPr>
          <a:xfrm>
            <a:off x="0" y="4571535"/>
            <a:ext cx="9140400" cy="0"/>
          </a:xfrm>
          <a:prstGeom prst="straightConnector1">
            <a:avLst/>
          </a:prstGeom>
          <a:noFill/>
          <a:ln cap="flat" cmpd="sng" w="28575">
            <a:solidFill>
              <a:srgbClr val="0E0E0E"/>
            </a:solidFill>
            <a:prstDash val="solid"/>
            <a:round/>
            <a:headEnd len="med" w="med" type="none"/>
            <a:tailEnd len="med" w="med" type="none"/>
          </a:ln>
        </p:spPr>
      </p:cxnSp>
      <p:cxnSp>
        <p:nvCxnSpPr>
          <p:cNvPr id="96" name="Google Shape;96;p16"/>
          <p:cNvCxnSpPr/>
          <p:nvPr/>
        </p:nvCxnSpPr>
        <p:spPr>
          <a:xfrm>
            <a:off x="8109647" y="-20107"/>
            <a:ext cx="0" cy="4588800"/>
          </a:xfrm>
          <a:prstGeom prst="straightConnector1">
            <a:avLst/>
          </a:prstGeom>
          <a:noFill/>
          <a:ln cap="flat" cmpd="sng" w="28575">
            <a:solidFill>
              <a:srgbClr val="0E0E0E"/>
            </a:solidFill>
            <a:prstDash val="solid"/>
            <a:round/>
            <a:headEnd len="med" w="med" type="none"/>
            <a:tailEnd len="med" w="med" type="none"/>
          </a:ln>
        </p:spPr>
      </p:cxnSp>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_geometric simple">
  <p:cSld name="MAIN_POINT_1">
    <p:spTree>
      <p:nvGrpSpPr>
        <p:cNvPr id="98" name="Shape 98"/>
        <p:cNvGrpSpPr/>
        <p:nvPr/>
      </p:nvGrpSpPr>
      <p:grpSpPr>
        <a:xfrm>
          <a:off x="0" y="0"/>
          <a:ext cx="0" cy="0"/>
          <a:chOff x="0" y="0"/>
          <a:chExt cx="0" cy="0"/>
        </a:xfrm>
      </p:grpSpPr>
      <p:sp>
        <p:nvSpPr>
          <p:cNvPr id="99" name="Google Shape;99;p17"/>
          <p:cNvSpPr txBox="1"/>
          <p:nvPr>
            <p:ph type="title"/>
          </p:nvPr>
        </p:nvSpPr>
        <p:spPr>
          <a:xfrm>
            <a:off x="490250" y="450150"/>
            <a:ext cx="7274700" cy="803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00" name="Google Shape;100;p17"/>
          <p:cNvSpPr/>
          <p:nvPr/>
        </p:nvSpPr>
        <p:spPr>
          <a:xfrm>
            <a:off x="-12370" y="3910475"/>
            <a:ext cx="2858700" cy="201000"/>
          </a:xfrm>
          <a:prstGeom prst="rect">
            <a:avLst/>
          </a:prstGeom>
          <a:solidFill>
            <a:srgbClr val="0E0E0E">
              <a:alpha val="93670"/>
            </a:srgbClr>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cxnSp>
        <p:nvCxnSpPr>
          <p:cNvPr id="101" name="Google Shape;101;p17"/>
          <p:cNvCxnSpPr/>
          <p:nvPr/>
        </p:nvCxnSpPr>
        <p:spPr>
          <a:xfrm>
            <a:off x="0" y="3910475"/>
            <a:ext cx="9140400" cy="0"/>
          </a:xfrm>
          <a:prstGeom prst="straightConnector1">
            <a:avLst/>
          </a:prstGeom>
          <a:noFill/>
          <a:ln cap="flat" cmpd="sng" w="28575">
            <a:solidFill>
              <a:srgbClr val="0E0E0E"/>
            </a:solidFill>
            <a:prstDash val="solid"/>
            <a:round/>
            <a:headEnd len="med" w="med" type="none"/>
            <a:tailEnd len="med" w="med" type="none"/>
          </a:ln>
        </p:spPr>
      </p:cxnSp>
      <p:cxnSp>
        <p:nvCxnSpPr>
          <p:cNvPr id="102" name="Google Shape;102;p17"/>
          <p:cNvCxnSpPr/>
          <p:nvPr/>
        </p:nvCxnSpPr>
        <p:spPr>
          <a:xfrm>
            <a:off x="8109647" y="-20107"/>
            <a:ext cx="0" cy="3942600"/>
          </a:xfrm>
          <a:prstGeom prst="straightConnector1">
            <a:avLst/>
          </a:prstGeom>
          <a:noFill/>
          <a:ln cap="flat" cmpd="sng" w="28575">
            <a:solidFill>
              <a:srgbClr val="0E0E0E"/>
            </a:solidFill>
            <a:prstDash val="solid"/>
            <a:round/>
            <a:headEnd len="med" w="med" type="none"/>
            <a:tailEnd len="med" w="med" type="none"/>
          </a:ln>
        </p:spPr>
      </p:cxnSp>
      <p:pic>
        <p:nvPicPr>
          <p:cNvPr id="103" name="Google Shape;103;p17"/>
          <p:cNvPicPr preferRelativeResize="0"/>
          <p:nvPr/>
        </p:nvPicPr>
        <p:blipFill>
          <a:blip r:embed="rId2">
            <a:alphaModFix/>
          </a:blip>
          <a:stretch>
            <a:fillRect/>
          </a:stretch>
        </p:blipFill>
        <p:spPr>
          <a:xfrm>
            <a:off x="8127926" y="0"/>
            <a:ext cx="1016074" cy="1016074"/>
          </a:xfrm>
          <a:prstGeom prst="rect">
            <a:avLst/>
          </a:prstGeom>
          <a:noFill/>
          <a:ln>
            <a:noFill/>
          </a:ln>
        </p:spPr>
      </p:pic>
      <p:sp>
        <p:nvSpPr>
          <p:cNvPr id="104" name="Google Shape;10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sp>
        <p:nvSpPr>
          <p:cNvPr id="105" name="Google Shape;105;p17"/>
          <p:cNvSpPr txBox="1"/>
          <p:nvPr>
            <p:ph idx="1" type="subTitle"/>
          </p:nvPr>
        </p:nvSpPr>
        <p:spPr>
          <a:xfrm>
            <a:off x="490250" y="1538725"/>
            <a:ext cx="83421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2400"/>
              <a:buNone/>
              <a:defRPr sz="2400"/>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2.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21688"/>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1pPr>
            <a:lvl2pPr lvl="1">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2pPr>
            <a:lvl3pPr lvl="2">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3pPr>
            <a:lvl4pPr lvl="3">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4pPr>
            <a:lvl5pPr lvl="4">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5pPr>
            <a:lvl6pPr lvl="5">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6pPr>
            <a:lvl7pPr lvl="6">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7pPr>
            <a:lvl8pPr lvl="7">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8pPr>
            <a:lvl9pPr lvl="8">
              <a:spcBef>
                <a:spcPts val="0"/>
              </a:spcBef>
              <a:spcAft>
                <a:spcPts val="0"/>
              </a:spcAft>
              <a:buClr>
                <a:schemeClr val="dk1"/>
              </a:buClr>
              <a:buSzPts val="2800"/>
              <a:buFont typeface="Proxima Nova Extrabold"/>
              <a:buNone/>
              <a:defRPr sz="2800">
                <a:solidFill>
                  <a:schemeClr val="dk1"/>
                </a:solidFill>
                <a:latin typeface="Proxima Nova Extrabold"/>
                <a:ea typeface="Proxima Nova Extrabold"/>
                <a:cs typeface="Proxima Nova Extrabold"/>
                <a:sym typeface="Proxima Nova Extrabo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30200" lvl="0" marL="457200">
              <a:lnSpc>
                <a:spcPct val="115000"/>
              </a:lnSpc>
              <a:spcBef>
                <a:spcPts val="0"/>
              </a:spcBef>
              <a:spcAft>
                <a:spcPts val="0"/>
              </a:spcAft>
              <a:buClr>
                <a:schemeClr val="dk1"/>
              </a:buClr>
              <a:buSzPts val="1600"/>
              <a:buFont typeface="Proxima Nova"/>
              <a:buChar char="●"/>
              <a:defRPr sz="1600">
                <a:solidFill>
                  <a:schemeClr val="dk1"/>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1"/>
              </a:buClr>
              <a:buSzPts val="1400"/>
              <a:buFont typeface="Proxima Nova"/>
              <a:buChar char="○"/>
              <a:defRPr>
                <a:solidFill>
                  <a:schemeClr val="dk1"/>
                </a:solidFill>
                <a:latin typeface="Proxima Nova"/>
                <a:ea typeface="Proxima Nova"/>
                <a:cs typeface="Proxima Nova"/>
                <a:sym typeface="Proxima Nova"/>
              </a:defRPr>
            </a:lvl2pPr>
            <a:lvl3pPr indent="-317500" lvl="2" marL="1371600">
              <a:lnSpc>
                <a:spcPct val="115000"/>
              </a:lnSpc>
              <a:spcBef>
                <a:spcPts val="0"/>
              </a:spcBef>
              <a:spcAft>
                <a:spcPts val="0"/>
              </a:spcAft>
              <a:buClr>
                <a:srgbClr val="434343"/>
              </a:buClr>
              <a:buSzPts val="1400"/>
              <a:buFont typeface="Proxima Nova"/>
              <a:buChar char="◾"/>
              <a:defRPr>
                <a:solidFill>
                  <a:srgbClr val="434343"/>
                </a:solidFill>
                <a:latin typeface="Proxima Nova"/>
                <a:ea typeface="Proxima Nova"/>
                <a:cs typeface="Proxima Nova"/>
                <a:sym typeface="Proxima Nova"/>
              </a:defRPr>
            </a:lvl3pPr>
            <a:lvl4pPr indent="-311150" lvl="3" marL="1828800">
              <a:lnSpc>
                <a:spcPct val="115000"/>
              </a:lnSpc>
              <a:spcBef>
                <a:spcPts val="0"/>
              </a:spcBef>
              <a:spcAft>
                <a:spcPts val="0"/>
              </a:spcAft>
              <a:buSzPts val="1300"/>
              <a:buFont typeface="Proxima Nova"/>
              <a:buChar char="◽"/>
              <a:defRPr sz="1300">
                <a:solidFill>
                  <a:srgbClr val="434343"/>
                </a:solidFill>
                <a:latin typeface="Proxima Nova"/>
                <a:ea typeface="Proxima Nova"/>
                <a:cs typeface="Proxima Nova"/>
                <a:sym typeface="Proxima Nova"/>
              </a:defRPr>
            </a:lvl4pPr>
            <a:lvl5pPr indent="-304800" lvl="4" marL="2286000">
              <a:lnSpc>
                <a:spcPct val="115000"/>
              </a:lnSpc>
              <a:spcBef>
                <a:spcPts val="0"/>
              </a:spcBef>
              <a:spcAft>
                <a:spcPts val="0"/>
              </a:spcAft>
              <a:buClr>
                <a:schemeClr val="dk1"/>
              </a:buClr>
              <a:buSzPts val="1200"/>
              <a:buFont typeface="Proxima Nova"/>
              <a:buChar char="►"/>
              <a:defRPr sz="1200">
                <a:solidFill>
                  <a:schemeClr val="dk1"/>
                </a:solidFill>
                <a:latin typeface="Proxima Nova"/>
                <a:ea typeface="Proxima Nova"/>
                <a:cs typeface="Proxima Nova"/>
                <a:sym typeface="Proxima Nova"/>
              </a:defRPr>
            </a:lvl5pPr>
            <a:lvl6pPr indent="-304800" lvl="5" marL="2743200">
              <a:lnSpc>
                <a:spcPct val="115000"/>
              </a:lnSpc>
              <a:spcBef>
                <a:spcPts val="0"/>
              </a:spcBef>
              <a:spcAft>
                <a:spcPts val="0"/>
              </a:spcAft>
              <a:buClr>
                <a:schemeClr val="dk2"/>
              </a:buClr>
              <a:buSzPts val="1200"/>
              <a:buFont typeface="Proxima Nova"/>
              <a:buChar char="▷"/>
              <a:defRPr sz="1200">
                <a:solidFill>
                  <a:schemeClr val="dk2"/>
                </a:solidFill>
                <a:latin typeface="Proxima Nova"/>
                <a:ea typeface="Proxima Nova"/>
                <a:cs typeface="Proxima Nova"/>
                <a:sym typeface="Proxima Nova"/>
              </a:defRPr>
            </a:lvl6pPr>
            <a:lvl7pPr indent="-304800" lvl="6" marL="3200400">
              <a:lnSpc>
                <a:spcPct val="115000"/>
              </a:lnSpc>
              <a:spcBef>
                <a:spcPts val="0"/>
              </a:spcBef>
              <a:spcAft>
                <a:spcPts val="0"/>
              </a:spcAft>
              <a:buClr>
                <a:schemeClr val="dk2"/>
              </a:buClr>
              <a:buSzPts val="1200"/>
              <a:buFont typeface="Proxima Nova"/>
              <a:buChar char="●"/>
              <a:defRPr sz="1200">
                <a:solidFill>
                  <a:schemeClr val="dk2"/>
                </a:solidFill>
                <a:latin typeface="Proxima Nova"/>
                <a:ea typeface="Proxima Nova"/>
                <a:cs typeface="Proxima Nova"/>
                <a:sym typeface="Proxima Nova"/>
              </a:defRPr>
            </a:lvl7pPr>
            <a:lvl8pPr indent="-304800" lvl="7" marL="3657600">
              <a:lnSpc>
                <a:spcPct val="115000"/>
              </a:lnSpc>
              <a:spcBef>
                <a:spcPts val="0"/>
              </a:spcBef>
              <a:spcAft>
                <a:spcPts val="0"/>
              </a:spcAft>
              <a:buClr>
                <a:schemeClr val="dk2"/>
              </a:buClr>
              <a:buSzPts val="1200"/>
              <a:buFont typeface="Proxima Nova"/>
              <a:buChar char="○"/>
              <a:defRPr sz="1200">
                <a:solidFill>
                  <a:schemeClr val="dk2"/>
                </a:solidFill>
                <a:latin typeface="Proxima Nova"/>
                <a:ea typeface="Proxima Nova"/>
                <a:cs typeface="Proxima Nova"/>
                <a:sym typeface="Proxima Nova"/>
              </a:defRPr>
            </a:lvl8pPr>
            <a:lvl9pPr indent="-304800" lvl="8" marL="4114800">
              <a:lnSpc>
                <a:spcPct val="115000"/>
              </a:lnSpc>
              <a:spcBef>
                <a:spcPts val="0"/>
              </a:spcBef>
              <a:spcAft>
                <a:spcPts val="0"/>
              </a:spcAft>
              <a:buClr>
                <a:schemeClr val="dk2"/>
              </a:buClr>
              <a:buSzPts val="1200"/>
              <a:buFont typeface="Proxima Nova"/>
              <a:buChar char="■"/>
              <a:defRPr sz="1200">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r>
              <a:rPr lang="en"/>
              <a:t>- </a:t>
            </a:r>
            <a:fld id="{00000000-1234-1234-1234-123412341234}" type="slidenum">
              <a:rPr lang="en"/>
              <a:t>‹#›</a:t>
            </a:fld>
            <a:r>
              <a:rPr lang="en"/>
              <a:t> -</a:t>
            </a:r>
            <a:endParaRPr/>
          </a:p>
        </p:txBody>
      </p:sp>
      <p:pic>
        <p:nvPicPr>
          <p:cNvPr id="9" name="Google Shape;9;p1"/>
          <p:cNvPicPr preferRelativeResize="0"/>
          <p:nvPr/>
        </p:nvPicPr>
        <p:blipFill>
          <a:blip r:embed="rId1">
            <a:alphaModFix/>
          </a:blip>
          <a:stretch>
            <a:fillRect/>
          </a:stretch>
        </p:blipFill>
        <p:spPr>
          <a:xfrm>
            <a:off x="8127931" y="13"/>
            <a:ext cx="1016074" cy="101607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natickma.gov/DocumentCenter/View/8048/Town-Meeting-Motion-Form" TargetMode="External"/><Relationship Id="rId4" Type="http://schemas.openxmlformats.org/officeDocument/2006/relationships/hyperlink" Target="mailto:moderator@natickma.org"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www.natickma.gov/642/Moderator" TargetMode="External"/><Relationship Id="rId4" Type="http://schemas.openxmlformats.org/officeDocument/2006/relationships/hyperlink" Target="https://www.natickma.gov/375/Town-Meeting-Information" TargetMode="External"/><Relationship Id="rId5" Type="http://schemas.openxmlformats.org/officeDocument/2006/relationships/hyperlink" Target="https://sites.google.com/natickma.org/fincom" TargetMode="External"/><Relationship Id="rId6" Type="http://schemas.openxmlformats.org/officeDocument/2006/relationships/hyperlink" Target="https://natickma.gov/list.aspx?ListID=558" TargetMode="External"/><Relationship Id="rId7" Type="http://schemas.openxmlformats.org/officeDocument/2006/relationships/hyperlink" Target="https://massmoderators.org/tmt4/" TargetMode="External"/><Relationship Id="rId8"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mailto:moderator@natickma.org" TargetMode="External"/><Relationship Id="rId4" Type="http://schemas.openxmlformats.org/officeDocument/2006/relationships/hyperlink" Target="https://www.linkedin.com/in/jeffreyalders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8"/>
          <p:cNvSpPr txBox="1"/>
          <p:nvPr>
            <p:ph type="ctrTitle"/>
          </p:nvPr>
        </p:nvSpPr>
        <p:spPr>
          <a:xfrm>
            <a:off x="311700" y="1481625"/>
            <a:ext cx="8520600" cy="131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Town Meeting Orientation</a:t>
            </a:r>
            <a:endParaRPr/>
          </a:p>
        </p:txBody>
      </p:sp>
      <p:sp>
        <p:nvSpPr>
          <p:cNvPr id="111" name="Google Shape;111;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Updated: May 4th, 2026</a:t>
            </a:r>
            <a:endParaRPr/>
          </a:p>
          <a:p>
            <a:pPr indent="0" lvl="0" marL="0" rtl="0" algn="ctr">
              <a:spcBef>
                <a:spcPts val="0"/>
              </a:spcBef>
              <a:spcAft>
                <a:spcPts val="0"/>
              </a:spcAft>
              <a:buNone/>
            </a:pPr>
            <a:r>
              <a:rPr lang="en"/>
              <a:t>Jeff Alderson, Town Moderator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Prepare for Town Meeting</a:t>
            </a:r>
            <a:endParaRPr/>
          </a:p>
        </p:txBody>
      </p:sp>
      <p:sp>
        <p:nvSpPr>
          <p:cNvPr id="117" name="Google Shape;117;p19"/>
          <p:cNvSpPr txBox="1"/>
          <p:nvPr>
            <p:ph idx="1" type="body"/>
          </p:nvPr>
        </p:nvSpPr>
        <p:spPr>
          <a:xfrm>
            <a:off x="248725" y="1414225"/>
            <a:ext cx="8520600" cy="34164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Char char="●"/>
            </a:pPr>
            <a:r>
              <a:rPr b="1" i="1" lang="en" sz="1700"/>
              <a:t>Educate yourself on the Finance Committee Recommendation Book</a:t>
            </a:r>
            <a:r>
              <a:rPr lang="en" sz="1700"/>
              <a:t>. Read articles, motions, and details as well as any supplemental information provided.</a:t>
            </a:r>
            <a:endParaRPr sz="1700"/>
          </a:p>
          <a:p>
            <a:pPr indent="-336550" lvl="0" marL="457200" rtl="0" algn="l">
              <a:spcBef>
                <a:spcPts val="0"/>
              </a:spcBef>
              <a:spcAft>
                <a:spcPts val="0"/>
              </a:spcAft>
              <a:buSzPts val="1700"/>
              <a:buChar char="●"/>
            </a:pPr>
            <a:r>
              <a:rPr b="1" i="1" lang="en" sz="1700"/>
              <a:t>Watch meetings and hearings</a:t>
            </a:r>
            <a:r>
              <a:rPr lang="en" sz="1700"/>
              <a:t> of the Finance Committee and the Planning Board</a:t>
            </a:r>
            <a:endParaRPr sz="1700"/>
          </a:p>
          <a:p>
            <a:pPr indent="-336550" lvl="0" marL="457200" rtl="0" algn="l">
              <a:spcBef>
                <a:spcPts val="0"/>
              </a:spcBef>
              <a:spcAft>
                <a:spcPts val="0"/>
              </a:spcAft>
              <a:buSzPts val="1700"/>
              <a:buChar char="●"/>
            </a:pPr>
            <a:r>
              <a:rPr b="1" i="1" lang="en" sz="1700"/>
              <a:t>Watch the Primer videos</a:t>
            </a:r>
            <a:r>
              <a:rPr lang="en" sz="1700"/>
              <a:t> prepared by the Moderator, Town Administration, Committee Chairs, and Natick Pegasus.</a:t>
            </a:r>
            <a:endParaRPr sz="1700"/>
          </a:p>
          <a:p>
            <a:pPr indent="-336550" lvl="0" marL="457200" rtl="0" algn="l">
              <a:spcBef>
                <a:spcPts val="0"/>
              </a:spcBef>
              <a:spcAft>
                <a:spcPts val="0"/>
              </a:spcAft>
              <a:buSzPts val="1700"/>
              <a:buChar char="●"/>
            </a:pPr>
            <a:r>
              <a:rPr b="1" i="1" lang="en" sz="1700"/>
              <a:t>Prepare questions</a:t>
            </a:r>
            <a:r>
              <a:rPr lang="en" sz="1700"/>
              <a:t> that you may have in advance of sessions. Try to ask Town staff in advance for detailed information.</a:t>
            </a:r>
            <a:endParaRPr sz="1700"/>
          </a:p>
          <a:p>
            <a:pPr indent="-336550" lvl="0" marL="457200" rtl="0" algn="l">
              <a:spcBef>
                <a:spcPts val="0"/>
              </a:spcBef>
              <a:spcAft>
                <a:spcPts val="0"/>
              </a:spcAft>
              <a:buSzPts val="1700"/>
              <a:buChar char="●"/>
            </a:pPr>
            <a:r>
              <a:rPr b="1" i="1" lang="en" sz="1700"/>
              <a:t>Have an opinion but be open</a:t>
            </a:r>
            <a:r>
              <a:rPr lang="en" sz="1700"/>
              <a:t> to the discussions and questions you will hear. You are the voice of your precinct constituency and the citizenry of the entire Town. </a:t>
            </a:r>
            <a:endParaRPr sz="1700"/>
          </a:p>
          <a:p>
            <a:pPr indent="-336550" lvl="0" marL="457200" rtl="0" algn="l">
              <a:spcBef>
                <a:spcPts val="0"/>
              </a:spcBef>
              <a:spcAft>
                <a:spcPts val="0"/>
              </a:spcAft>
              <a:buSzPts val="1700"/>
              <a:buChar char="●"/>
            </a:pPr>
            <a:r>
              <a:rPr b="1" i="1" lang="en" sz="1700"/>
              <a:t>Ask your friends and neighbors how they feel</a:t>
            </a:r>
            <a:r>
              <a:rPr lang="en" sz="1700"/>
              <a:t> about any matter of the warrant.</a:t>
            </a:r>
            <a:endParaRPr sz="17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Upon Arriving Each Night of Town Meeting</a:t>
            </a:r>
            <a:endParaRPr/>
          </a:p>
        </p:txBody>
      </p:sp>
      <p:sp>
        <p:nvSpPr>
          <p:cNvPr id="123" name="Google Shape;123;p20"/>
          <p:cNvSpPr txBox="1"/>
          <p:nvPr>
            <p:ph idx="1" type="body"/>
          </p:nvPr>
        </p:nvSpPr>
        <p:spPr>
          <a:xfrm>
            <a:off x="511125" y="1136488"/>
            <a:ext cx="6188100" cy="34164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Sign in with a member of the Town Clerks’ office who will ask name and precinct.</a:t>
            </a:r>
            <a:endParaRPr sz="1900"/>
          </a:p>
          <a:p>
            <a:pPr indent="-349250" lvl="0" marL="457200" rtl="0" algn="l">
              <a:spcBef>
                <a:spcPts val="0"/>
              </a:spcBef>
              <a:spcAft>
                <a:spcPts val="0"/>
              </a:spcAft>
              <a:buSzPts val="1900"/>
              <a:buChar char="●"/>
            </a:pPr>
            <a:r>
              <a:rPr lang="en" sz="1900"/>
              <a:t>Members will receive their electronic device [aka Clicker] (assigned to each member), which are sorted by precinct and last name (alphabetical). </a:t>
            </a:r>
            <a:endParaRPr sz="1900"/>
          </a:p>
          <a:p>
            <a:pPr indent="-349250" lvl="0" marL="457200" rtl="0" algn="l">
              <a:spcBef>
                <a:spcPts val="0"/>
              </a:spcBef>
              <a:spcAft>
                <a:spcPts val="0"/>
              </a:spcAft>
              <a:buSzPts val="1900"/>
              <a:buChar char="●"/>
            </a:pPr>
            <a:r>
              <a:rPr lang="en" sz="1900"/>
              <a:t>If a Member has a visual impairment, there are special electronic devices available.</a:t>
            </a:r>
            <a:endParaRPr sz="1900"/>
          </a:p>
          <a:p>
            <a:pPr indent="-349250" lvl="0" marL="457200" rtl="0" algn="l">
              <a:spcBef>
                <a:spcPts val="0"/>
              </a:spcBef>
              <a:spcAft>
                <a:spcPts val="0"/>
              </a:spcAft>
              <a:buSzPts val="1900"/>
              <a:buChar char="●"/>
            </a:pPr>
            <a:r>
              <a:rPr lang="en" sz="1900"/>
              <a:t>Pick up additional printed information, that was not included in the TM Finance Committee Recommendations Book.</a:t>
            </a:r>
            <a:endParaRPr sz="1900"/>
          </a:p>
          <a:p>
            <a:pPr indent="0" lvl="0" marL="0" rtl="0" algn="l">
              <a:spcBef>
                <a:spcPts val="1200"/>
              </a:spcBef>
              <a:spcAft>
                <a:spcPts val="1200"/>
              </a:spcAft>
              <a:buNone/>
            </a:pPr>
            <a:r>
              <a:t/>
            </a:r>
            <a:endParaRPr sz="1900"/>
          </a:p>
        </p:txBody>
      </p:sp>
      <p:pic>
        <p:nvPicPr>
          <p:cNvPr id="124" name="Google Shape;124;p20"/>
          <p:cNvPicPr preferRelativeResize="0"/>
          <p:nvPr/>
        </p:nvPicPr>
        <p:blipFill>
          <a:blip r:embed="rId3">
            <a:alphaModFix/>
          </a:blip>
          <a:stretch>
            <a:fillRect/>
          </a:stretch>
        </p:blipFill>
        <p:spPr>
          <a:xfrm>
            <a:off x="7166188" y="1392113"/>
            <a:ext cx="1571625" cy="2905125"/>
          </a:xfrm>
          <a:prstGeom prst="rect">
            <a:avLst/>
          </a:prstGeom>
          <a:noFill/>
          <a:ln>
            <a:noFill/>
          </a:ln>
        </p:spPr>
      </p:pic>
      <p:sp>
        <p:nvSpPr>
          <p:cNvPr id="125" name="Google Shape;125;p20"/>
          <p:cNvSpPr txBox="1"/>
          <p:nvPr/>
        </p:nvSpPr>
        <p:spPr>
          <a:xfrm>
            <a:off x="6945363" y="4297250"/>
            <a:ext cx="2013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Proxima Nova"/>
                <a:ea typeface="Proxima Nova"/>
                <a:cs typeface="Proxima Nova"/>
                <a:sym typeface="Proxima Nova"/>
              </a:rPr>
              <a:t>(Example Clicker)</a:t>
            </a:r>
            <a:endParaRPr sz="1600">
              <a:solidFill>
                <a:schemeClr val="dk1"/>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Opening Ceremonies</a:t>
            </a:r>
            <a:endParaRPr/>
          </a:p>
        </p:txBody>
      </p:sp>
      <p:sp>
        <p:nvSpPr>
          <p:cNvPr id="131" name="Google Shape;131;p21"/>
          <p:cNvSpPr txBox="1"/>
          <p:nvPr>
            <p:ph idx="1" type="body"/>
          </p:nvPr>
        </p:nvSpPr>
        <p:spPr>
          <a:xfrm>
            <a:off x="395675" y="863550"/>
            <a:ext cx="5736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Welcome Message and Introduction</a:t>
            </a:r>
            <a:endParaRPr sz="1800"/>
          </a:p>
          <a:p>
            <a:pPr indent="0" lvl="0" marL="0" rtl="0" algn="l">
              <a:spcBef>
                <a:spcPts val="1200"/>
              </a:spcBef>
              <a:spcAft>
                <a:spcPts val="0"/>
              </a:spcAft>
              <a:buClr>
                <a:schemeClr val="dk1"/>
              </a:buClr>
              <a:buSzPts val="1100"/>
              <a:buFont typeface="Arial"/>
              <a:buNone/>
            </a:pPr>
            <a:r>
              <a:rPr lang="en" sz="1800"/>
              <a:t>Swearing in of Newly Elected Members</a:t>
            </a:r>
            <a:endParaRPr sz="1800"/>
          </a:p>
          <a:p>
            <a:pPr indent="0" lvl="0" marL="0" rtl="0" algn="l">
              <a:spcBef>
                <a:spcPts val="1200"/>
              </a:spcBef>
              <a:spcAft>
                <a:spcPts val="0"/>
              </a:spcAft>
              <a:buNone/>
            </a:pPr>
            <a:r>
              <a:rPr lang="en" sz="1800"/>
              <a:t>Invocation, Pledge of Allegiance, and Moment of Silence</a:t>
            </a:r>
            <a:endParaRPr sz="1800"/>
          </a:p>
          <a:p>
            <a:pPr indent="0" lvl="0" marL="0" rtl="0" algn="l">
              <a:spcBef>
                <a:spcPts val="1200"/>
              </a:spcBef>
              <a:spcAft>
                <a:spcPts val="0"/>
              </a:spcAft>
              <a:buClr>
                <a:schemeClr val="dk1"/>
              </a:buClr>
              <a:buSzPts val="1100"/>
              <a:buFont typeface="Arial"/>
              <a:buNone/>
            </a:pPr>
            <a:r>
              <a:rPr lang="en" sz="1800"/>
              <a:t>Assembly of Town Meeting</a:t>
            </a:r>
            <a:endParaRPr sz="1800"/>
          </a:p>
          <a:p>
            <a:pPr indent="0" lvl="0" marL="0" rtl="0" algn="l">
              <a:spcBef>
                <a:spcPts val="1200"/>
              </a:spcBef>
              <a:spcAft>
                <a:spcPts val="0"/>
              </a:spcAft>
              <a:buNone/>
            </a:pPr>
            <a:r>
              <a:rPr lang="en" sz="1800"/>
              <a:t>Rules of Natick Town Meeting</a:t>
            </a:r>
            <a:endParaRPr sz="1800"/>
          </a:p>
          <a:p>
            <a:pPr indent="0" lvl="0" marL="0" rtl="0" algn="l">
              <a:spcBef>
                <a:spcPts val="1200"/>
              </a:spcBef>
              <a:spcAft>
                <a:spcPts val="0"/>
              </a:spcAft>
              <a:buNone/>
            </a:pPr>
            <a:r>
              <a:rPr lang="en" sz="1800"/>
              <a:t>Resolution(s) (if any)</a:t>
            </a:r>
            <a:endParaRPr sz="1800"/>
          </a:p>
          <a:p>
            <a:pPr indent="0" lvl="0" marL="0" rtl="0" algn="l">
              <a:spcBef>
                <a:spcPts val="1200"/>
              </a:spcBef>
              <a:spcAft>
                <a:spcPts val="0"/>
              </a:spcAft>
              <a:buNone/>
            </a:pPr>
            <a:r>
              <a:rPr lang="en" sz="1800"/>
              <a:t>Announcements (if any)</a:t>
            </a:r>
            <a:endParaRPr sz="1800"/>
          </a:p>
          <a:p>
            <a:pPr indent="0" lvl="0" marL="0" rtl="0" algn="l">
              <a:spcBef>
                <a:spcPts val="1200"/>
              </a:spcBef>
              <a:spcAft>
                <a:spcPts val="1200"/>
              </a:spcAft>
              <a:buNone/>
            </a:pPr>
            <a:r>
              <a:t/>
            </a:r>
            <a:endParaRPr sz="1800"/>
          </a:p>
        </p:txBody>
      </p:sp>
      <p:pic>
        <p:nvPicPr>
          <p:cNvPr id="132" name="Google Shape;132;p21"/>
          <p:cNvPicPr preferRelativeResize="0"/>
          <p:nvPr/>
        </p:nvPicPr>
        <p:blipFill rotWithShape="1">
          <a:blip r:embed="rId3">
            <a:alphaModFix/>
          </a:blip>
          <a:srcRect b="0" l="18939" r="22317" t="0"/>
          <a:stretch/>
        </p:blipFill>
        <p:spPr>
          <a:xfrm>
            <a:off x="5764900" y="623525"/>
            <a:ext cx="2540275" cy="4324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Rules and Procedures</a:t>
            </a:r>
            <a:endParaRPr/>
          </a:p>
        </p:txBody>
      </p:sp>
      <p:sp>
        <p:nvSpPr>
          <p:cNvPr id="138" name="Google Shape;138;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Natick’s Town Meeting is governed primarily by four sets of rules:</a:t>
            </a:r>
            <a:endParaRPr sz="2000"/>
          </a:p>
          <a:p>
            <a:pPr indent="-355600" lvl="0" marL="457200" rtl="0" algn="l">
              <a:spcBef>
                <a:spcPts val="1200"/>
              </a:spcBef>
              <a:spcAft>
                <a:spcPts val="0"/>
              </a:spcAft>
              <a:buSzPts val="2000"/>
              <a:buChar char="●"/>
            </a:pPr>
            <a:r>
              <a:rPr lang="en" sz="2000"/>
              <a:t>Massachusetts General Laws</a:t>
            </a:r>
            <a:endParaRPr sz="2000"/>
          </a:p>
          <a:p>
            <a:pPr indent="-355600" lvl="0" marL="457200" rtl="0" algn="l">
              <a:spcBef>
                <a:spcPts val="0"/>
              </a:spcBef>
              <a:spcAft>
                <a:spcPts val="0"/>
              </a:spcAft>
              <a:buSzPts val="2000"/>
              <a:buChar char="●"/>
            </a:pPr>
            <a:r>
              <a:rPr lang="en" sz="2000"/>
              <a:t>Town of Natick Charter</a:t>
            </a:r>
            <a:endParaRPr sz="2000"/>
          </a:p>
          <a:p>
            <a:pPr indent="-355600" lvl="0" marL="457200" rtl="0" algn="l">
              <a:spcBef>
                <a:spcPts val="0"/>
              </a:spcBef>
              <a:spcAft>
                <a:spcPts val="0"/>
              </a:spcAft>
              <a:buSzPts val="2000"/>
              <a:buChar char="●"/>
            </a:pPr>
            <a:r>
              <a:rPr lang="en" sz="2000"/>
              <a:t>Town of Natick By-Laws</a:t>
            </a:r>
            <a:endParaRPr sz="2000"/>
          </a:p>
          <a:p>
            <a:pPr indent="-355600" lvl="0" marL="457200" rtl="0" algn="l">
              <a:spcBef>
                <a:spcPts val="0"/>
              </a:spcBef>
              <a:spcAft>
                <a:spcPts val="0"/>
              </a:spcAft>
              <a:buSzPts val="2000"/>
              <a:buChar char="●"/>
            </a:pPr>
            <a:r>
              <a:rPr lang="en" sz="2000"/>
              <a:t>Town Meeting Time (4th Edition)</a:t>
            </a:r>
            <a:endParaRPr sz="2000"/>
          </a:p>
          <a:p>
            <a:pPr indent="0" lvl="0" marL="0" rtl="0" algn="l">
              <a:spcBef>
                <a:spcPts val="1200"/>
              </a:spcBef>
              <a:spcAft>
                <a:spcPts val="1200"/>
              </a:spcAft>
              <a:buNone/>
            </a:pPr>
            <a:r>
              <a:rPr lang="en" sz="2000"/>
              <a:t>Other Rules may be adopted by Members as summarized and presented by the Moderator at the beginning of Town Meeting</a:t>
            </a:r>
            <a:endParaRPr sz="2000"/>
          </a:p>
        </p:txBody>
      </p:sp>
      <p:pic>
        <p:nvPicPr>
          <p:cNvPr id="139" name="Google Shape;139;p22"/>
          <p:cNvPicPr preferRelativeResize="0"/>
          <p:nvPr/>
        </p:nvPicPr>
        <p:blipFill>
          <a:blip r:embed="rId3">
            <a:alphaModFix/>
          </a:blip>
          <a:stretch>
            <a:fillRect/>
          </a:stretch>
        </p:blipFill>
        <p:spPr>
          <a:xfrm>
            <a:off x="5527225" y="1635025"/>
            <a:ext cx="2177300" cy="1632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Finance Committee Recommendations</a:t>
            </a:r>
            <a:endParaRPr/>
          </a:p>
        </p:txBody>
      </p:sp>
      <p:sp>
        <p:nvSpPr>
          <p:cNvPr id="145" name="Google Shape;145;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t>The possible options for Finance Committee advisory recommendations mirrors Town Meeting votes and include:</a:t>
            </a:r>
            <a:endParaRPr sz="1800"/>
          </a:p>
          <a:p>
            <a:pPr indent="-349250" lvl="0" marL="457200" rtl="0" algn="l">
              <a:spcBef>
                <a:spcPts val="1200"/>
              </a:spcBef>
              <a:spcAft>
                <a:spcPts val="0"/>
              </a:spcAft>
              <a:buSzPts val="1900"/>
              <a:buChar char="●"/>
            </a:pPr>
            <a:r>
              <a:rPr b="1" i="1" lang="en" sz="1900"/>
              <a:t>Favorable Action</a:t>
            </a:r>
            <a:r>
              <a:rPr lang="en" sz="1900"/>
              <a:t> - Recommendation to Town Meeting to approve Motion</a:t>
            </a:r>
            <a:endParaRPr sz="1900"/>
          </a:p>
          <a:p>
            <a:pPr indent="-349250" lvl="0" marL="457200" rtl="0" algn="l">
              <a:spcBef>
                <a:spcPts val="0"/>
              </a:spcBef>
              <a:spcAft>
                <a:spcPts val="0"/>
              </a:spcAft>
              <a:buSzPts val="1900"/>
              <a:buChar char="●"/>
            </a:pPr>
            <a:r>
              <a:rPr b="1" i="1" lang="en" sz="1900"/>
              <a:t>Referral</a:t>
            </a:r>
            <a:r>
              <a:rPr lang="en" sz="1900"/>
              <a:t> - Usually back to Sponsor and sometimes to Town Agency or other party</a:t>
            </a:r>
            <a:endParaRPr sz="1900"/>
          </a:p>
          <a:p>
            <a:pPr indent="-349250" lvl="0" marL="457200" rtl="0" algn="l">
              <a:spcBef>
                <a:spcPts val="0"/>
              </a:spcBef>
              <a:spcAft>
                <a:spcPts val="0"/>
              </a:spcAft>
              <a:buSzPts val="1900"/>
              <a:buChar char="●"/>
            </a:pPr>
            <a:r>
              <a:rPr b="1" i="1" lang="en" sz="1900"/>
              <a:t>No Action</a:t>
            </a:r>
            <a:r>
              <a:rPr lang="en" sz="1900"/>
              <a:t> - Can be construed as a no vote for Citizen Petitions</a:t>
            </a:r>
            <a:endParaRPr sz="1900"/>
          </a:p>
          <a:p>
            <a:pPr indent="-349250" lvl="0" marL="457200" rtl="0" algn="l">
              <a:spcBef>
                <a:spcPts val="0"/>
              </a:spcBef>
              <a:spcAft>
                <a:spcPts val="0"/>
              </a:spcAft>
              <a:buSzPts val="1900"/>
              <a:buChar char="●"/>
            </a:pPr>
            <a:r>
              <a:rPr b="1" i="1" lang="en" sz="1900"/>
              <a:t>Indefinite Postponement</a:t>
            </a:r>
            <a:r>
              <a:rPr lang="en" sz="1900"/>
              <a:t> - Usually construed as a negative action</a:t>
            </a:r>
            <a:endParaRPr sz="1900"/>
          </a:p>
          <a:p>
            <a:pPr indent="-349250" lvl="0" marL="457200" rtl="0" algn="l">
              <a:spcBef>
                <a:spcPts val="0"/>
              </a:spcBef>
              <a:spcAft>
                <a:spcPts val="0"/>
              </a:spcAft>
              <a:buSzPts val="1900"/>
              <a:buChar char="●"/>
            </a:pPr>
            <a:r>
              <a:rPr b="1" i="1" lang="en" sz="1900"/>
              <a:t>No Recommendation</a:t>
            </a:r>
            <a:r>
              <a:rPr lang="en" sz="1900"/>
              <a:t> - No majority vote for Motion is achieved</a:t>
            </a:r>
            <a:endParaRPr sz="1900"/>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4"/>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Consent Agendas</a:t>
            </a:r>
            <a:endParaRPr/>
          </a:p>
        </p:txBody>
      </p:sp>
      <p:sp>
        <p:nvSpPr>
          <p:cNvPr id="151" name="Google Shape;151;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1200"/>
              </a:spcBef>
              <a:spcAft>
                <a:spcPts val="0"/>
              </a:spcAft>
              <a:buClr>
                <a:srgbClr val="000000"/>
              </a:buClr>
              <a:buSzPts val="1800"/>
              <a:buFont typeface="Arial"/>
              <a:buChar char="●"/>
            </a:pPr>
            <a:r>
              <a:rPr lang="en" sz="1800">
                <a:solidFill>
                  <a:srgbClr val="000000"/>
                </a:solidFill>
                <a:latin typeface="Arial"/>
                <a:ea typeface="Arial"/>
                <a:cs typeface="Arial"/>
                <a:sym typeface="Arial"/>
              </a:rPr>
              <a:t>A consent agenda groups routine, non-controversial articles for a single vote, saving Town Meeting time.</a:t>
            </a:r>
            <a:endParaRPr sz="1800">
              <a:solidFill>
                <a:srgbClr val="000000"/>
              </a:solidFill>
              <a:latin typeface="Arial"/>
              <a:ea typeface="Arial"/>
              <a:cs typeface="Arial"/>
              <a:sym typeface="Arial"/>
            </a:endParaRPr>
          </a:p>
          <a:p>
            <a:pPr indent="-342900" lvl="0" marL="457200" rtl="0" algn="l">
              <a:spcBef>
                <a:spcPts val="0"/>
              </a:spcBef>
              <a:spcAft>
                <a:spcPts val="0"/>
              </a:spcAft>
              <a:buSzPts val="1800"/>
              <a:buFont typeface="Arial"/>
              <a:buChar char="●"/>
            </a:pPr>
            <a:r>
              <a:rPr lang="en" sz="1800">
                <a:latin typeface="Arial"/>
                <a:ea typeface="Arial"/>
                <a:cs typeface="Arial"/>
                <a:sym typeface="Arial"/>
              </a:rPr>
              <a:t>Items typically have unanimous committee support and no expected debate.</a:t>
            </a:r>
            <a:endParaRPr sz="1800">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The Moderator announces the list and asks if any member wishes to "hold" an item for separate discussion.</a:t>
            </a:r>
            <a:endParaRPr sz="18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Seven (7) Town Meeting Members can rise and request removal.</a:t>
            </a:r>
            <a:endParaRPr sz="18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If no articles are removed, the entire consent agenda is approved in one vote.</a:t>
            </a:r>
            <a:endParaRPr sz="1800">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681650" y="739725"/>
            <a:ext cx="3316200" cy="2015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Typical Flow of a Warrant Article</a:t>
            </a:r>
            <a:endParaRPr/>
          </a:p>
        </p:txBody>
      </p:sp>
      <p:pic>
        <p:nvPicPr>
          <p:cNvPr id="157" name="Google Shape;157;p25" title="Screenshot 2025-04-15 at 12.53.10 PM.png"/>
          <p:cNvPicPr preferRelativeResize="0"/>
          <p:nvPr/>
        </p:nvPicPr>
        <p:blipFill rotWithShape="1">
          <a:blip r:embed="rId3">
            <a:alphaModFix/>
          </a:blip>
          <a:srcRect b="0" l="0" r="0" t="14384"/>
          <a:stretch/>
        </p:blipFill>
        <p:spPr>
          <a:xfrm>
            <a:off x="4823925" y="0"/>
            <a:ext cx="4117939" cy="5143501"/>
          </a:xfrm>
          <a:prstGeom prst="rect">
            <a:avLst/>
          </a:prstGeom>
          <a:noFill/>
          <a:ln>
            <a:noFill/>
          </a:ln>
        </p:spPr>
      </p:pic>
      <p:sp>
        <p:nvSpPr>
          <p:cNvPr id="158" name="Google Shape;158;p25"/>
          <p:cNvSpPr txBox="1"/>
          <p:nvPr/>
        </p:nvSpPr>
        <p:spPr>
          <a:xfrm>
            <a:off x="310825" y="2873188"/>
            <a:ext cx="1818600" cy="184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dk1"/>
                </a:solidFill>
                <a:latin typeface="Proxima Nova"/>
                <a:ea typeface="Proxima Nova"/>
                <a:cs typeface="Proxima Nova"/>
                <a:sym typeface="Proxima Nova"/>
              </a:rPr>
              <a:t>Town Meeting averages 6-8 article decisions each session, more if a Consent Agenda is used</a:t>
            </a:r>
            <a:endParaRPr/>
          </a:p>
        </p:txBody>
      </p:sp>
      <p:sp>
        <p:nvSpPr>
          <p:cNvPr id="159" name="Google Shape;159;p25"/>
          <p:cNvSpPr txBox="1"/>
          <p:nvPr/>
        </p:nvSpPr>
        <p:spPr>
          <a:xfrm>
            <a:off x="1251225" y="308625"/>
            <a:ext cx="6046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Proxima Nova"/>
              <a:ea typeface="Proxima Nova"/>
              <a:cs typeface="Proxima Nova"/>
              <a:sym typeface="Proxima Nova"/>
            </a:endParaRPr>
          </a:p>
        </p:txBody>
      </p:sp>
      <p:pic>
        <p:nvPicPr>
          <p:cNvPr id="160" name="Google Shape;160;p25"/>
          <p:cNvPicPr preferRelativeResize="0"/>
          <p:nvPr/>
        </p:nvPicPr>
        <p:blipFill>
          <a:blip r:embed="rId4">
            <a:alphaModFix/>
          </a:blip>
          <a:stretch>
            <a:fillRect/>
          </a:stretch>
        </p:blipFill>
        <p:spPr>
          <a:xfrm>
            <a:off x="2168200" y="2827875"/>
            <a:ext cx="1937725" cy="1937725"/>
          </a:xfrm>
          <a:prstGeom prst="rect">
            <a:avLst/>
          </a:prstGeom>
          <a:noFill/>
          <a:ln>
            <a:noFill/>
          </a:ln>
        </p:spPr>
      </p:pic>
      <p:pic>
        <p:nvPicPr>
          <p:cNvPr id="161" name="Google Shape;161;p25" title="Screenshot 2025-04-15 at 2.29.35 PM.png"/>
          <p:cNvPicPr preferRelativeResize="0"/>
          <p:nvPr/>
        </p:nvPicPr>
        <p:blipFill>
          <a:blip r:embed="rId5">
            <a:alphaModFix/>
          </a:blip>
          <a:stretch>
            <a:fillRect/>
          </a:stretch>
        </p:blipFill>
        <p:spPr>
          <a:xfrm rot="-791419">
            <a:off x="3049682" y="3661917"/>
            <a:ext cx="512548" cy="3802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Making Motions and </a:t>
            </a:r>
            <a:r>
              <a:rPr lang="en"/>
              <a:t>Amendments</a:t>
            </a:r>
            <a:endParaRPr/>
          </a:p>
        </p:txBody>
      </p:sp>
      <p:sp>
        <p:nvSpPr>
          <p:cNvPr id="167" name="Google Shape;167;p26"/>
          <p:cNvSpPr txBox="1"/>
          <p:nvPr>
            <p:ph idx="1" type="body"/>
          </p:nvPr>
        </p:nvSpPr>
        <p:spPr>
          <a:xfrm>
            <a:off x="311700" y="1058000"/>
            <a:ext cx="8707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Any town meeting member, and </a:t>
            </a:r>
            <a:r>
              <a:rPr b="1" i="1" lang="en" sz="1900"/>
              <a:t>only a town meeting member</a:t>
            </a:r>
            <a:r>
              <a:rPr lang="en" sz="1900"/>
              <a:t>, may make or second a motion. Motions must, in the opinion of the moderator, be </a:t>
            </a:r>
            <a:r>
              <a:rPr b="1" i="1" lang="en" sz="1900"/>
              <a:t>within the scope of the warrant article</a:t>
            </a:r>
            <a:r>
              <a:rPr lang="en" sz="1900"/>
              <a:t> under consideration.</a:t>
            </a:r>
            <a:endParaRPr sz="1900"/>
          </a:p>
          <a:p>
            <a:pPr indent="0" lvl="0" marL="0" rtl="0" algn="l">
              <a:spcBef>
                <a:spcPts val="1200"/>
              </a:spcBef>
              <a:spcAft>
                <a:spcPts val="0"/>
              </a:spcAft>
              <a:buNone/>
            </a:pPr>
            <a:r>
              <a:rPr lang="en" sz="1900"/>
              <a:t>Main Motions and any A</a:t>
            </a:r>
            <a:r>
              <a:rPr lang="en" sz="1900"/>
              <a:t>mendments</a:t>
            </a:r>
            <a:r>
              <a:rPr lang="en" sz="1900"/>
              <a:t> must be made in writing.</a:t>
            </a:r>
            <a:endParaRPr sz="1900"/>
          </a:p>
          <a:p>
            <a:pPr indent="-336550" lvl="0" marL="914400" rtl="0" algn="l">
              <a:spcBef>
                <a:spcPts val="1200"/>
              </a:spcBef>
              <a:spcAft>
                <a:spcPts val="0"/>
              </a:spcAft>
              <a:buSzPts val="1700"/>
              <a:buChar char="●"/>
            </a:pPr>
            <a:r>
              <a:rPr lang="en" sz="1700"/>
              <a:t>Complete the </a:t>
            </a:r>
            <a:r>
              <a:rPr lang="en" sz="1700" u="sng">
                <a:solidFill>
                  <a:schemeClr val="hlink"/>
                </a:solidFill>
                <a:hlinkClick r:id="rId3"/>
              </a:rPr>
              <a:t>fillable PDF</a:t>
            </a:r>
            <a:r>
              <a:rPr lang="en" sz="1700"/>
              <a:t> Motion template available on the Town Meeting website, OR…</a:t>
            </a:r>
            <a:endParaRPr sz="1700"/>
          </a:p>
          <a:p>
            <a:pPr indent="-336550" lvl="0" marL="914400" rtl="0" algn="l">
              <a:spcBef>
                <a:spcPts val="0"/>
              </a:spcBef>
              <a:spcAft>
                <a:spcPts val="0"/>
              </a:spcAft>
              <a:buSzPts val="1700"/>
              <a:buChar char="●"/>
            </a:pPr>
            <a:r>
              <a:rPr lang="en" sz="1700"/>
              <a:t>Complete the Motion template </a:t>
            </a:r>
            <a:r>
              <a:rPr lang="en" sz="1700"/>
              <a:t>included in the recommendation book</a:t>
            </a:r>
            <a:endParaRPr sz="1700"/>
          </a:p>
          <a:p>
            <a:pPr indent="-349250" lvl="0" marL="914400" rtl="0" algn="l">
              <a:spcBef>
                <a:spcPts val="0"/>
              </a:spcBef>
              <a:spcAft>
                <a:spcPts val="0"/>
              </a:spcAft>
              <a:buSzPts val="1900"/>
              <a:buChar char="●"/>
            </a:pPr>
            <a:r>
              <a:rPr lang="en" sz="1900"/>
              <a:t>Submit the completed motion form to the Moderator by hand or email to: </a:t>
            </a:r>
            <a:r>
              <a:rPr lang="en" sz="1900" u="sng">
                <a:solidFill>
                  <a:schemeClr val="hlink"/>
                </a:solidFill>
                <a:hlinkClick r:id="rId4"/>
              </a:rPr>
              <a:t>moderator@natickma.org</a:t>
            </a:r>
            <a:r>
              <a:rPr lang="en" sz="1900"/>
              <a:t> </a:t>
            </a:r>
            <a:endParaRPr sz="1900"/>
          </a:p>
          <a:p>
            <a:pPr indent="0" lvl="0" marL="0" rtl="0" algn="l">
              <a:spcBef>
                <a:spcPts val="1200"/>
              </a:spcBef>
              <a:spcAft>
                <a:spcPts val="1200"/>
              </a:spcAft>
              <a:buNone/>
            </a:pPr>
            <a:r>
              <a:rPr lang="en" sz="1900"/>
              <a:t>Main Motions </a:t>
            </a:r>
            <a:r>
              <a:rPr b="1" i="1" lang="en" sz="1900"/>
              <a:t>MUST</a:t>
            </a:r>
            <a:r>
              <a:rPr lang="en" sz="1900"/>
              <a:t> be submitted at least 48 hours in advance of each session.</a:t>
            </a:r>
            <a:endParaRPr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Points of Order</a:t>
            </a:r>
            <a:endParaRPr/>
          </a:p>
        </p:txBody>
      </p:sp>
      <p:sp>
        <p:nvSpPr>
          <p:cNvPr id="173" name="Google Shape;173;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t>“On a point of order, a voter may raise one or more of the following questions and no others:</a:t>
            </a:r>
            <a:endParaRPr sz="1700"/>
          </a:p>
          <a:p>
            <a:pPr indent="-336550" lvl="0" marL="457200" rtl="0" algn="l">
              <a:spcBef>
                <a:spcPts val="1200"/>
              </a:spcBef>
              <a:spcAft>
                <a:spcPts val="0"/>
              </a:spcAft>
              <a:buSzPts val="1700"/>
              <a:buAutoNum type="arabicPeriod"/>
            </a:pPr>
            <a:r>
              <a:rPr lang="en" sz="1700"/>
              <a:t>Is the speaker entitled to the floor (for example, is the person a nonvoter, or a voter who has overstayed the time allotted by bylaw or the moderator’s guidelines)?</a:t>
            </a:r>
            <a:endParaRPr sz="1700"/>
          </a:p>
          <a:p>
            <a:pPr indent="-336550" lvl="0" marL="457200" rtl="0" algn="l">
              <a:spcBef>
                <a:spcPts val="0"/>
              </a:spcBef>
              <a:spcAft>
                <a:spcPts val="0"/>
              </a:spcAft>
              <a:buSzPts val="1700"/>
              <a:buAutoNum type="arabicPeriod"/>
            </a:pPr>
            <a:r>
              <a:rPr lang="en" sz="1700"/>
              <a:t>Is what the speaker is saying or proposing frivolous, irrelevant, illegal, or contrary to proper procedure?⁠3</a:t>
            </a:r>
            <a:endParaRPr sz="1700"/>
          </a:p>
          <a:p>
            <a:pPr indent="-336550" lvl="0" marL="457200" rtl="0" algn="l">
              <a:spcBef>
                <a:spcPts val="0"/>
              </a:spcBef>
              <a:spcAft>
                <a:spcPts val="0"/>
              </a:spcAft>
              <a:buSzPts val="1700"/>
              <a:buAutoNum type="arabicPeriod"/>
            </a:pPr>
            <a:r>
              <a:rPr lang="en" sz="1700"/>
              <a:t>Is any pending action frivolous, irrelevant, illegal, or contrary to proper procedure?”</a:t>
            </a:r>
            <a:endParaRPr sz="1700"/>
          </a:p>
          <a:p>
            <a:pPr indent="0" lvl="0" marL="0" rtl="0" algn="r">
              <a:spcBef>
                <a:spcPts val="1200"/>
              </a:spcBef>
              <a:spcAft>
                <a:spcPts val="1200"/>
              </a:spcAft>
              <a:buNone/>
            </a:pPr>
            <a:r>
              <a:rPr lang="en" sz="1700"/>
              <a:t>– Section 7.2 in TMT 4</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Motions</a:t>
            </a:r>
            <a:endParaRPr/>
          </a:p>
        </p:txBody>
      </p:sp>
      <p:sp>
        <p:nvSpPr>
          <p:cNvPr id="179" name="Google Shape;179;p28"/>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t>Motion to Refer:</a:t>
            </a:r>
            <a:r>
              <a:rPr lang="en" sz="1300"/>
              <a:t>  If approved, the subject matter of the article is referred to another agency or board for further consideration.</a:t>
            </a:r>
            <a:endParaRPr sz="1300"/>
          </a:p>
          <a:p>
            <a:pPr indent="0" lvl="0" marL="0" rtl="0" algn="l">
              <a:spcBef>
                <a:spcPts val="1200"/>
              </a:spcBef>
              <a:spcAft>
                <a:spcPts val="0"/>
              </a:spcAft>
              <a:buNone/>
            </a:pPr>
            <a:r>
              <a:rPr b="1" lang="en" sz="1300"/>
              <a:t>Motion to Close Debate (aka Move the Question):</a:t>
            </a:r>
            <a:r>
              <a:rPr lang="en" sz="1300"/>
              <a:t> May be entertained by the moderator only if there are fewer than three people seeking recognition to speak for the first time on the matter at hand.</a:t>
            </a:r>
            <a:endParaRPr sz="1300"/>
          </a:p>
          <a:p>
            <a:pPr indent="0" lvl="0" marL="0" rtl="0" algn="l">
              <a:spcBef>
                <a:spcPts val="1200"/>
              </a:spcBef>
              <a:spcAft>
                <a:spcPts val="0"/>
              </a:spcAft>
              <a:buNone/>
            </a:pPr>
            <a:r>
              <a:rPr b="1" lang="en" sz="1300"/>
              <a:t>Motion to Reconsider:</a:t>
            </a:r>
            <a:r>
              <a:rPr lang="en" sz="1300"/>
              <a:t> A motion to reconsider permits town meeting to rescind the action of a vote already taken during that town meeting and re-vote. </a:t>
            </a:r>
            <a:endParaRPr sz="1300"/>
          </a:p>
          <a:p>
            <a:pPr indent="0" lvl="0" marL="0" rtl="0" algn="l">
              <a:spcBef>
                <a:spcPts val="1200"/>
              </a:spcBef>
              <a:spcAft>
                <a:spcPts val="0"/>
              </a:spcAft>
              <a:buNone/>
            </a:pPr>
            <a:r>
              <a:rPr b="1" lang="en" sz="1300"/>
              <a:t>Questions of Privilege:</a:t>
            </a:r>
            <a:r>
              <a:rPr lang="en" sz="1300"/>
              <a:t> Relate first to the conduct of the meeting: the “safety, dignity, and the integrity of its proceedings, and second to the rights, reputations and conduct of the voters or town meeting members individually, in their capacity as voters or members.</a:t>
            </a:r>
            <a:endParaRPr sz="1300"/>
          </a:p>
          <a:p>
            <a:pPr indent="0" lvl="0" marL="0" rtl="0" algn="l">
              <a:spcBef>
                <a:spcPts val="1200"/>
              </a:spcBef>
              <a:spcAft>
                <a:spcPts val="0"/>
              </a:spcAft>
              <a:buNone/>
            </a:pPr>
            <a:r>
              <a:rPr b="1" lang="en" sz="1300"/>
              <a:t>Point of No Quorum:</a:t>
            </a:r>
            <a:r>
              <a:rPr lang="en" sz="1300"/>
              <a:t> Made when a town meeting member questions whether a quorum is still present. </a:t>
            </a:r>
            <a:endParaRPr sz="1300"/>
          </a:p>
          <a:p>
            <a:pPr indent="0" lvl="0" marL="0" rtl="0" algn="l">
              <a:spcBef>
                <a:spcPts val="1200"/>
              </a:spcBef>
              <a:spcAft>
                <a:spcPts val="0"/>
              </a:spcAft>
              <a:buNone/>
            </a:pPr>
            <a:r>
              <a:rPr b="1" lang="en" sz="1300"/>
              <a:t>Motions to Recess, to Adjourn to a Fixed Time, or to Fix the Time at Which to Adjourn</a:t>
            </a:r>
            <a:endParaRPr b="1" sz="1300"/>
          </a:p>
          <a:p>
            <a:pPr indent="0" lvl="0" marL="0" rtl="0" algn="l">
              <a:spcBef>
                <a:spcPts val="1200"/>
              </a:spcBef>
              <a:spcAft>
                <a:spcPts val="1200"/>
              </a:spcAft>
              <a:buNone/>
            </a:pPr>
            <a:r>
              <a:rPr b="1" lang="en" sz="1300"/>
              <a:t>Motion to Dissolve:</a:t>
            </a:r>
            <a:r>
              <a:rPr lang="en" sz="1300"/>
              <a:t> Only in order when every article in the warrant has been disposed of.</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Precedence of Motions</a:t>
            </a:r>
            <a:endParaRPr/>
          </a:p>
        </p:txBody>
      </p:sp>
      <p:pic>
        <p:nvPicPr>
          <p:cNvPr id="185" name="Google Shape;185;p29" title="Screenshot 2025-04-15 at 2.41.55 PM.png"/>
          <p:cNvPicPr preferRelativeResize="0"/>
          <p:nvPr/>
        </p:nvPicPr>
        <p:blipFill>
          <a:blip r:embed="rId3">
            <a:alphaModFix/>
          </a:blip>
          <a:stretch>
            <a:fillRect/>
          </a:stretch>
        </p:blipFill>
        <p:spPr>
          <a:xfrm>
            <a:off x="4630425" y="0"/>
            <a:ext cx="4471199" cy="3979950"/>
          </a:xfrm>
          <a:prstGeom prst="rect">
            <a:avLst/>
          </a:prstGeom>
          <a:noFill/>
          <a:ln>
            <a:noFill/>
          </a:ln>
        </p:spPr>
      </p:pic>
      <p:sp>
        <p:nvSpPr>
          <p:cNvPr id="186" name="Google Shape;186;p2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When a question is before the town meeting, motions may be received and have precedence as listed in the table.</a:t>
            </a:r>
            <a:endParaRPr/>
          </a:p>
        </p:txBody>
      </p:sp>
      <p:sp>
        <p:nvSpPr>
          <p:cNvPr id="187" name="Google Shape;187;p29"/>
          <p:cNvSpPr txBox="1"/>
          <p:nvPr/>
        </p:nvSpPr>
        <p:spPr>
          <a:xfrm>
            <a:off x="4630425" y="3979950"/>
            <a:ext cx="4471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 See By-Laws Article 3, Section 3 </a:t>
            </a:r>
            <a:endParaRPr sz="8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 Some main motions are required by the general laws to be passed by greater than a majority vote; for example, bond issues, zoning changes, the taking of land require a 2/3 vote. For other examples, refer to the appendix in Town Meeting Time entitled "Quantum of Vote." </a:t>
            </a:r>
            <a:endParaRPr sz="8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 See Bylaws Article 3, Section 11 </a:t>
            </a:r>
            <a:endParaRPr sz="8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 See By-Laws Article 1, Section 3 </a:t>
            </a:r>
            <a:endParaRPr sz="8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800">
                <a:solidFill>
                  <a:schemeClr val="dk1"/>
                </a:solidFill>
                <a:latin typeface="Proxima Nova"/>
                <a:ea typeface="Proxima Nova"/>
                <a:cs typeface="Proxima Nova"/>
                <a:sym typeface="Proxima Nova"/>
              </a:rPr>
              <a:t>+++++ Finance Committee Public Hearing, see Bylaws Article 3, Section 1; Article 23, Section 4</a:t>
            </a:r>
            <a:endParaRPr sz="800">
              <a:solidFill>
                <a:schemeClr val="dk1"/>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Decorum in Debate</a:t>
            </a:r>
            <a:endParaRPr/>
          </a:p>
        </p:txBody>
      </p:sp>
      <p:sp>
        <p:nvSpPr>
          <p:cNvPr id="193" name="Google Shape;193;p30"/>
          <p:cNvSpPr txBox="1"/>
          <p:nvPr>
            <p:ph idx="1" type="body"/>
          </p:nvPr>
        </p:nvSpPr>
        <p:spPr>
          <a:xfrm>
            <a:off x="311700" y="995000"/>
            <a:ext cx="76785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When recognized rise and either </a:t>
            </a:r>
            <a:r>
              <a:rPr b="1" i="1" lang="en" sz="1800"/>
              <a:t>wait for a microphone</a:t>
            </a:r>
            <a:r>
              <a:rPr lang="en" sz="1800"/>
              <a:t> to be brought to you or </a:t>
            </a:r>
            <a:r>
              <a:rPr b="1" i="1" lang="en" sz="1800"/>
              <a:t>go to the podium</a:t>
            </a:r>
            <a:r>
              <a:rPr lang="en" sz="1800"/>
              <a:t>. </a:t>
            </a:r>
            <a:endParaRPr sz="1800"/>
          </a:p>
          <a:p>
            <a:pPr indent="-342900" lvl="0" marL="457200" rtl="0" algn="l">
              <a:spcBef>
                <a:spcPts val="0"/>
              </a:spcBef>
              <a:spcAft>
                <a:spcPts val="0"/>
              </a:spcAft>
              <a:buSzPts val="1800"/>
              <a:buChar char="●"/>
            </a:pPr>
            <a:r>
              <a:rPr lang="en" sz="1800"/>
              <a:t>State your </a:t>
            </a:r>
            <a:r>
              <a:rPr b="1" i="1" lang="en" sz="1800"/>
              <a:t>name and precinct</a:t>
            </a:r>
            <a:r>
              <a:rPr lang="en" sz="1800"/>
              <a:t> or other affiliation before proceeding.</a:t>
            </a:r>
            <a:endParaRPr sz="1800"/>
          </a:p>
          <a:p>
            <a:pPr indent="-342900" lvl="0" marL="457200" rtl="0" algn="l">
              <a:spcBef>
                <a:spcPts val="0"/>
              </a:spcBef>
              <a:spcAft>
                <a:spcPts val="0"/>
              </a:spcAft>
              <a:buSzPts val="1800"/>
              <a:buChar char="●"/>
            </a:pPr>
            <a:r>
              <a:rPr lang="en" sz="1800"/>
              <a:t>Speakers </a:t>
            </a:r>
            <a:r>
              <a:rPr b="1" i="1" lang="en" sz="1800"/>
              <a:t>do not speak directly to or ask questions of one another</a:t>
            </a:r>
            <a:r>
              <a:rPr lang="en" sz="1800"/>
              <a:t> or to a proponent or official, but only to and through the moderator, as in, “Through you, Mr. Moderator.” </a:t>
            </a:r>
            <a:endParaRPr sz="1800"/>
          </a:p>
          <a:p>
            <a:pPr indent="-342900" lvl="0" marL="457200" rtl="0" algn="l">
              <a:spcBef>
                <a:spcPts val="0"/>
              </a:spcBef>
              <a:spcAft>
                <a:spcPts val="0"/>
              </a:spcAft>
              <a:buSzPts val="1800"/>
              <a:buChar char="●"/>
            </a:pPr>
            <a:r>
              <a:rPr lang="en" sz="1800"/>
              <a:t>Speakers </a:t>
            </a:r>
            <a:r>
              <a:rPr b="1" i="1" lang="en" sz="1800"/>
              <a:t>do not refer to others present at the meeting by name</a:t>
            </a:r>
            <a:r>
              <a:rPr lang="en" sz="1800"/>
              <a:t>, but by title, or by designations such as “the previous speaker.” </a:t>
            </a:r>
            <a:endParaRPr sz="1800"/>
          </a:p>
          <a:p>
            <a:pPr indent="-342900" lvl="0" marL="457200" rtl="0" algn="l">
              <a:spcBef>
                <a:spcPts val="0"/>
              </a:spcBef>
              <a:spcAft>
                <a:spcPts val="0"/>
              </a:spcAft>
              <a:buSzPts val="1800"/>
              <a:buChar char="●"/>
            </a:pPr>
            <a:r>
              <a:rPr lang="en" sz="1800"/>
              <a:t>Speaking ad hominem, that is, commenting on the arguers rather than their arguments, is known in town meeting as “indulging in personalities,” and is not permitted; nor are superfluous speeches, indecent language, or other incivilities.</a:t>
            </a:r>
            <a:endParaRPr sz="1800"/>
          </a:p>
          <a:p>
            <a:pPr indent="0" lvl="0" marL="0" rtl="0" algn="l">
              <a:spcBef>
                <a:spcPts val="1200"/>
              </a:spcBef>
              <a:spcAft>
                <a:spcPts val="1200"/>
              </a:spcAft>
              <a:buNone/>
            </a:pPr>
            <a:r>
              <a:t/>
            </a:r>
            <a:endParaRPr sz="1800"/>
          </a:p>
        </p:txBody>
      </p:sp>
      <p:pic>
        <p:nvPicPr>
          <p:cNvPr id="194" name="Google Shape;194;p30"/>
          <p:cNvPicPr preferRelativeResize="0"/>
          <p:nvPr/>
        </p:nvPicPr>
        <p:blipFill>
          <a:blip r:embed="rId3">
            <a:alphaModFix/>
          </a:blip>
          <a:stretch>
            <a:fillRect/>
          </a:stretch>
        </p:blipFill>
        <p:spPr>
          <a:xfrm>
            <a:off x="7429899" y="3678124"/>
            <a:ext cx="1402401" cy="1402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Making the Most of Your (Town Meeting) Time</a:t>
            </a:r>
            <a:endParaRPr/>
          </a:p>
        </p:txBody>
      </p:sp>
      <p:sp>
        <p:nvSpPr>
          <p:cNvPr id="200" name="Google Shape;200;p31"/>
          <p:cNvSpPr txBox="1"/>
          <p:nvPr>
            <p:ph idx="1" type="body"/>
          </p:nvPr>
        </p:nvSpPr>
        <p:spPr>
          <a:xfrm>
            <a:off x="75425" y="879851"/>
            <a:ext cx="60522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t>Prepare your questions in advance </a:t>
            </a:r>
            <a:r>
              <a:rPr lang="en" sz="1800"/>
              <a:t>after reviewing the motions, finance committee hearing minutes, and sponsor presentations.</a:t>
            </a:r>
            <a:endParaRPr sz="1800"/>
          </a:p>
          <a:p>
            <a:pPr indent="-342900" lvl="0" marL="457200" rtl="0" algn="l">
              <a:spcBef>
                <a:spcPts val="0"/>
              </a:spcBef>
              <a:spcAft>
                <a:spcPts val="0"/>
              </a:spcAft>
              <a:buSzPts val="1800"/>
              <a:buChar char="●"/>
            </a:pPr>
            <a:r>
              <a:rPr b="1" lang="en" sz="1800"/>
              <a:t>Ask questions first, then enter into debate.  </a:t>
            </a:r>
            <a:r>
              <a:rPr lang="en" sz="1800"/>
              <a:t>Try to separate your questions, or the moderator will separate them for you.</a:t>
            </a:r>
            <a:endParaRPr sz="1800"/>
          </a:p>
          <a:p>
            <a:pPr indent="-342900" lvl="0" marL="457200" rtl="0" algn="l">
              <a:spcBef>
                <a:spcPts val="0"/>
              </a:spcBef>
              <a:spcAft>
                <a:spcPts val="0"/>
              </a:spcAft>
              <a:buSzPts val="1800"/>
              <a:buChar char="●"/>
            </a:pPr>
            <a:r>
              <a:rPr lang="en" sz="1800"/>
              <a:t>If you exhaust your </a:t>
            </a:r>
            <a:r>
              <a:rPr b="1" i="1" lang="en" sz="1800" u="sng"/>
              <a:t>three</a:t>
            </a:r>
            <a:r>
              <a:rPr lang="en" sz="1800"/>
              <a:t> questions, </a:t>
            </a:r>
            <a:r>
              <a:rPr b="1" lang="en" sz="1800"/>
              <a:t>ask fellow members to use their time</a:t>
            </a:r>
            <a:r>
              <a:rPr lang="en" sz="1800"/>
              <a:t> to ask additional questions.</a:t>
            </a:r>
            <a:endParaRPr sz="1800"/>
          </a:p>
          <a:p>
            <a:pPr indent="-342900" lvl="0" marL="457200" rtl="0" algn="l">
              <a:spcBef>
                <a:spcPts val="0"/>
              </a:spcBef>
              <a:spcAft>
                <a:spcPts val="0"/>
              </a:spcAft>
              <a:buSzPts val="1800"/>
              <a:buChar char="●"/>
            </a:pPr>
            <a:r>
              <a:rPr lang="en" sz="1800"/>
              <a:t>After your </a:t>
            </a:r>
            <a:r>
              <a:rPr lang="en" sz="1800"/>
              <a:t>initial</a:t>
            </a:r>
            <a:r>
              <a:rPr lang="en" sz="1800"/>
              <a:t> debate, </a:t>
            </a:r>
            <a:r>
              <a:rPr b="1" lang="en" sz="1800"/>
              <a:t>listen attentively to other speakers</a:t>
            </a:r>
            <a:r>
              <a:rPr lang="en" sz="1800"/>
              <a:t>.  </a:t>
            </a:r>
            <a:endParaRPr sz="1800"/>
          </a:p>
          <a:p>
            <a:pPr indent="-342900" lvl="0" marL="457200" rtl="0" algn="l">
              <a:spcBef>
                <a:spcPts val="0"/>
              </a:spcBef>
              <a:spcAft>
                <a:spcPts val="0"/>
              </a:spcAft>
              <a:buSzPts val="1800"/>
              <a:buChar char="●"/>
            </a:pPr>
            <a:r>
              <a:rPr lang="en" sz="1800"/>
              <a:t>You have the </a:t>
            </a:r>
            <a:r>
              <a:rPr b="1" lang="en" sz="1800"/>
              <a:t>option to speak a second time</a:t>
            </a:r>
            <a:r>
              <a:rPr lang="en" sz="1800"/>
              <a:t> if no one is seeking the floor for the first time.</a:t>
            </a:r>
            <a:endParaRPr sz="1800"/>
          </a:p>
          <a:p>
            <a:pPr indent="0" lvl="0" marL="0" rtl="0" algn="l">
              <a:spcBef>
                <a:spcPts val="1200"/>
              </a:spcBef>
              <a:spcAft>
                <a:spcPts val="0"/>
              </a:spcAft>
              <a:buClr>
                <a:schemeClr val="dk1"/>
              </a:buClr>
              <a:buSzPts val="1100"/>
              <a:buFont typeface="Arial"/>
              <a:buNone/>
            </a:pPr>
            <a:r>
              <a:t/>
            </a:r>
            <a:endParaRPr sz="1800"/>
          </a:p>
          <a:p>
            <a:pPr indent="0" lvl="0" marL="457200" rtl="0" algn="l">
              <a:spcBef>
                <a:spcPts val="1200"/>
              </a:spcBef>
              <a:spcAft>
                <a:spcPts val="1200"/>
              </a:spcAft>
              <a:buNone/>
            </a:pPr>
            <a:r>
              <a:t/>
            </a:r>
            <a:endParaRPr/>
          </a:p>
        </p:txBody>
      </p:sp>
      <p:pic>
        <p:nvPicPr>
          <p:cNvPr id="201" name="Google Shape;201;p31"/>
          <p:cNvPicPr preferRelativeResize="0"/>
          <p:nvPr/>
        </p:nvPicPr>
        <p:blipFill>
          <a:blip r:embed="rId3">
            <a:alphaModFix/>
          </a:blip>
          <a:stretch>
            <a:fillRect/>
          </a:stretch>
        </p:blipFill>
        <p:spPr>
          <a:xfrm>
            <a:off x="5945975" y="2162800"/>
            <a:ext cx="2886325" cy="1731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Town Meeting Member Resources</a:t>
            </a:r>
            <a:endParaRPr/>
          </a:p>
        </p:txBody>
      </p:sp>
      <p:sp>
        <p:nvSpPr>
          <p:cNvPr id="207" name="Google Shape;207;p32"/>
          <p:cNvSpPr txBox="1"/>
          <p:nvPr>
            <p:ph idx="1" type="body"/>
          </p:nvPr>
        </p:nvSpPr>
        <p:spPr>
          <a:xfrm>
            <a:off x="254338"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hlinkClick r:id="rId3"/>
              </a:rPr>
              <a:t>Town Moderator webpage</a:t>
            </a:r>
            <a:endParaRPr sz="1800"/>
          </a:p>
          <a:p>
            <a:pPr indent="-342900" lvl="0" marL="457200" rtl="0" algn="l">
              <a:spcBef>
                <a:spcPts val="1200"/>
              </a:spcBef>
              <a:spcAft>
                <a:spcPts val="0"/>
              </a:spcAft>
              <a:buSzPts val="1800"/>
              <a:buChar char="-"/>
            </a:pPr>
            <a:r>
              <a:rPr lang="en" sz="1800"/>
              <a:t>Rules &amp; Procedures</a:t>
            </a:r>
            <a:endParaRPr sz="1800"/>
          </a:p>
          <a:p>
            <a:pPr indent="-342900" lvl="0" marL="457200" rtl="0" algn="l">
              <a:spcBef>
                <a:spcPts val="0"/>
              </a:spcBef>
              <a:spcAft>
                <a:spcPts val="0"/>
              </a:spcAft>
              <a:buSzPts val="1800"/>
              <a:buChar char="-"/>
            </a:pPr>
            <a:r>
              <a:rPr lang="en" sz="1800"/>
              <a:t>Charter &amp; Bylaws</a:t>
            </a:r>
            <a:endParaRPr sz="1800"/>
          </a:p>
          <a:p>
            <a:pPr indent="0" lvl="0" marL="0" rtl="0" algn="l">
              <a:spcBef>
                <a:spcPts val="1200"/>
              </a:spcBef>
              <a:spcAft>
                <a:spcPts val="0"/>
              </a:spcAft>
              <a:buNone/>
            </a:pPr>
            <a:r>
              <a:rPr lang="en" sz="1800" u="sng">
                <a:solidFill>
                  <a:schemeClr val="hlink"/>
                </a:solidFill>
                <a:hlinkClick r:id="rId4"/>
              </a:rPr>
              <a:t>Town Meeting webpage</a:t>
            </a:r>
            <a:endParaRPr sz="1800"/>
          </a:p>
          <a:p>
            <a:pPr indent="-342900" lvl="0" marL="457200" rtl="0" algn="l">
              <a:spcBef>
                <a:spcPts val="1200"/>
              </a:spcBef>
              <a:spcAft>
                <a:spcPts val="0"/>
              </a:spcAft>
              <a:buSzPts val="1800"/>
              <a:buChar char="-"/>
            </a:pPr>
            <a:r>
              <a:rPr lang="en" sz="1800"/>
              <a:t>Nightly agendas</a:t>
            </a:r>
            <a:endParaRPr sz="1800"/>
          </a:p>
          <a:p>
            <a:pPr indent="-342900" lvl="0" marL="457200" rtl="0" algn="l">
              <a:spcBef>
                <a:spcPts val="0"/>
              </a:spcBef>
              <a:spcAft>
                <a:spcPts val="0"/>
              </a:spcAft>
              <a:buSzPts val="1800"/>
              <a:buChar char="-"/>
            </a:pPr>
            <a:r>
              <a:rPr lang="en" sz="1800"/>
              <a:t>Supporting materials</a:t>
            </a:r>
            <a:endParaRPr sz="1800"/>
          </a:p>
          <a:p>
            <a:pPr indent="-342900" lvl="0" marL="457200" rtl="0" algn="l">
              <a:spcBef>
                <a:spcPts val="0"/>
              </a:spcBef>
              <a:spcAft>
                <a:spcPts val="0"/>
              </a:spcAft>
              <a:buSzPts val="1800"/>
              <a:buChar char="-"/>
            </a:pPr>
            <a:r>
              <a:rPr lang="en" sz="1800"/>
              <a:t>Motions and amendments</a:t>
            </a:r>
            <a:endParaRPr sz="1800"/>
          </a:p>
          <a:p>
            <a:pPr indent="-342900" lvl="0" marL="457200" rtl="0" algn="l">
              <a:spcBef>
                <a:spcPts val="0"/>
              </a:spcBef>
              <a:spcAft>
                <a:spcPts val="0"/>
              </a:spcAft>
              <a:buSzPts val="1800"/>
              <a:buChar char="-"/>
            </a:pPr>
            <a:r>
              <a:rPr lang="en" sz="1800"/>
              <a:t>Contact info for Members</a:t>
            </a:r>
            <a:endParaRPr sz="1800"/>
          </a:p>
        </p:txBody>
      </p:sp>
      <p:sp>
        <p:nvSpPr>
          <p:cNvPr id="208" name="Google Shape;208;p32"/>
          <p:cNvSpPr txBox="1"/>
          <p:nvPr>
            <p:ph idx="2" type="body"/>
          </p:nvPr>
        </p:nvSpPr>
        <p:spPr>
          <a:xfrm>
            <a:off x="3515671" y="1152475"/>
            <a:ext cx="3777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u="sng">
                <a:solidFill>
                  <a:schemeClr val="hlink"/>
                </a:solidFill>
                <a:hlinkClick r:id="rId5"/>
              </a:rPr>
              <a:t>Finance Committee website</a:t>
            </a:r>
            <a:endParaRPr sz="1800"/>
          </a:p>
          <a:p>
            <a:pPr indent="-342900" lvl="0" marL="457200" rtl="0" algn="l">
              <a:spcBef>
                <a:spcPts val="1200"/>
              </a:spcBef>
              <a:spcAft>
                <a:spcPts val="0"/>
              </a:spcAft>
              <a:buSzPts val="1800"/>
              <a:buChar char="-"/>
            </a:pPr>
            <a:r>
              <a:rPr lang="en" sz="1800"/>
              <a:t>Recommendation Book</a:t>
            </a:r>
            <a:endParaRPr sz="1800"/>
          </a:p>
          <a:p>
            <a:pPr indent="-342900" lvl="0" marL="457200" rtl="0" algn="l">
              <a:spcBef>
                <a:spcPts val="0"/>
              </a:spcBef>
              <a:spcAft>
                <a:spcPts val="0"/>
              </a:spcAft>
              <a:buSzPts val="1800"/>
              <a:buChar char="-"/>
            </a:pPr>
            <a:r>
              <a:rPr lang="en" sz="1800"/>
              <a:t>Detailed budget discussion</a:t>
            </a:r>
            <a:endParaRPr sz="1800"/>
          </a:p>
          <a:p>
            <a:pPr indent="0" lvl="0" marL="0" rtl="0" algn="l">
              <a:spcBef>
                <a:spcPts val="1200"/>
              </a:spcBef>
              <a:spcAft>
                <a:spcPts val="0"/>
              </a:spcAft>
              <a:buClr>
                <a:schemeClr val="dk1"/>
              </a:buClr>
              <a:buSzPts val="1100"/>
              <a:buFont typeface="Arial"/>
              <a:buNone/>
            </a:pPr>
            <a:r>
              <a:rPr lang="en" sz="1800" u="sng">
                <a:solidFill>
                  <a:schemeClr val="hlink"/>
                </a:solidFill>
                <a:hlinkClick r:id="rId6"/>
              </a:rPr>
              <a:t>Town Meeting Notifications &amp; Alerts</a:t>
            </a:r>
            <a:endParaRPr sz="1800"/>
          </a:p>
          <a:p>
            <a:pPr indent="-342900" lvl="0" marL="457200" rtl="0" algn="l">
              <a:spcBef>
                <a:spcPts val="1200"/>
              </a:spcBef>
              <a:spcAft>
                <a:spcPts val="0"/>
              </a:spcAft>
              <a:buSzPts val="1800"/>
              <a:buChar char="-"/>
            </a:pPr>
            <a:r>
              <a:rPr lang="en" sz="1800"/>
              <a:t>Email and text alerts</a:t>
            </a:r>
            <a:endParaRPr sz="1800"/>
          </a:p>
          <a:p>
            <a:pPr indent="-342900" lvl="0" marL="457200" rtl="0" algn="l">
              <a:spcBef>
                <a:spcPts val="0"/>
              </a:spcBef>
              <a:spcAft>
                <a:spcPts val="0"/>
              </a:spcAft>
              <a:buSzPts val="1800"/>
              <a:buChar char="-"/>
            </a:pPr>
            <a:r>
              <a:rPr lang="en" sz="1800"/>
              <a:t>Notifications of agendas</a:t>
            </a:r>
            <a:endParaRPr sz="1800"/>
          </a:p>
          <a:p>
            <a:pPr indent="0" lvl="0" marL="0" rtl="0" algn="l">
              <a:spcBef>
                <a:spcPts val="1200"/>
              </a:spcBef>
              <a:spcAft>
                <a:spcPts val="0"/>
              </a:spcAft>
              <a:buNone/>
            </a:pPr>
            <a:r>
              <a:rPr lang="en" sz="1800" u="sng">
                <a:solidFill>
                  <a:schemeClr val="hlink"/>
                </a:solidFill>
                <a:hlinkClick r:id="rId7"/>
              </a:rPr>
              <a:t>Town Meeting Time</a:t>
            </a:r>
            <a:r>
              <a:rPr lang="en" sz="1800"/>
              <a:t> (4th Edition)</a:t>
            </a:r>
            <a:endParaRPr sz="1800"/>
          </a:p>
          <a:p>
            <a:pPr indent="-342900" lvl="0" marL="457200" rtl="0" algn="l">
              <a:spcBef>
                <a:spcPts val="1200"/>
              </a:spcBef>
              <a:spcAft>
                <a:spcPts val="0"/>
              </a:spcAft>
              <a:buSzPts val="1800"/>
              <a:buChar char="-"/>
            </a:pPr>
            <a:r>
              <a:rPr lang="en" sz="1800"/>
              <a:t>Check Library for copies</a:t>
            </a:r>
            <a:endParaRPr sz="1800"/>
          </a:p>
          <a:p>
            <a:pPr indent="-342900" lvl="0" marL="457200" rtl="0" algn="l">
              <a:spcBef>
                <a:spcPts val="0"/>
              </a:spcBef>
              <a:spcAft>
                <a:spcPts val="0"/>
              </a:spcAft>
              <a:buSzPts val="1800"/>
              <a:buChar char="-"/>
            </a:pPr>
            <a:r>
              <a:rPr lang="en" sz="1800"/>
              <a:t>Order the correct edition</a:t>
            </a:r>
            <a:endParaRPr sz="1800"/>
          </a:p>
        </p:txBody>
      </p:sp>
      <p:pic>
        <p:nvPicPr>
          <p:cNvPr id="209" name="Google Shape;209;p32"/>
          <p:cNvPicPr preferRelativeResize="0"/>
          <p:nvPr/>
        </p:nvPicPr>
        <p:blipFill>
          <a:blip r:embed="rId8">
            <a:alphaModFix/>
          </a:blip>
          <a:stretch>
            <a:fillRect/>
          </a:stretch>
        </p:blipFill>
        <p:spPr>
          <a:xfrm>
            <a:off x="7577150" y="2428350"/>
            <a:ext cx="1255150" cy="2045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311700" y="221688"/>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Town Moderator Contact Information</a:t>
            </a:r>
            <a:endParaRPr/>
          </a:p>
        </p:txBody>
      </p:sp>
      <p:sp>
        <p:nvSpPr>
          <p:cNvPr id="215" name="Google Shape;215;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Email:  </a:t>
            </a:r>
            <a:r>
              <a:rPr lang="en" sz="1800" u="sng">
                <a:solidFill>
                  <a:schemeClr val="hlink"/>
                </a:solidFill>
                <a:hlinkClick r:id="rId3"/>
              </a:rPr>
              <a:t>moderator@natickma.org</a:t>
            </a:r>
            <a:endParaRPr sz="1800"/>
          </a:p>
          <a:p>
            <a:pPr indent="0" lvl="0" marL="0" rtl="0" algn="l">
              <a:spcBef>
                <a:spcPts val="1200"/>
              </a:spcBef>
              <a:spcAft>
                <a:spcPts val="0"/>
              </a:spcAft>
              <a:buNone/>
            </a:pPr>
            <a:r>
              <a:rPr lang="en" sz="1800"/>
              <a:t>Phone: 508-810-7530</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rPr lang="en" sz="1800"/>
              <a:t>Calls, Texts, and Voicemails welcome!</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rPr lang="en" sz="1800"/>
              <a:t>I do NOT (and will NOT) use social media, with the exception of </a:t>
            </a:r>
            <a:r>
              <a:rPr lang="en" sz="1800" u="sng">
                <a:solidFill>
                  <a:schemeClr val="hlink"/>
                </a:solidFill>
                <a:hlinkClick r:id="rId4"/>
              </a:rPr>
              <a:t>LinkedIn</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E0E0E"/>
      </a:dk2>
      <a:lt2>
        <a:srgbClr val="EEEEEE"/>
      </a:lt2>
      <a:accent1>
        <a:srgbClr val="234093"/>
      </a:accent1>
      <a:accent2>
        <a:srgbClr val="D22F30"/>
      </a:accent2>
      <a:accent3>
        <a:srgbClr val="4B87DD"/>
      </a:accent3>
      <a:accent4>
        <a:srgbClr val="EB9D98"/>
      </a:accent4>
      <a:accent5>
        <a:srgbClr val="F2CC24"/>
      </a:accent5>
      <a:accent6>
        <a:srgbClr val="D98236"/>
      </a:accent6>
      <a:hlink>
        <a:srgbClr val="00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
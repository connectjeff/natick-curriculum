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elected Town Meeting members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Elected Town Meeting members do the voting — but any resident can come and speak their mind.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39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Residents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00299" y="3794759"/>
            <a:ext cx="411480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5750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Town Meeting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66259" y="3794759"/>
            <a:ext cx="411481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2346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Vote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32220" y="3794759"/>
            <a:ext cx="411480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8942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
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3A5C"/>
                </a:solidFill>
                <a:latin typeface="Calibri"/>
              </a:defRPr>
            </a:pPr>
            <a:r>
              <a:t>How Does Town Meeting Work?</a:t>
            </a:r>
            <a:br/>
            <a:r>
              <a:t>Two Big Decisions in Natick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What Is Town Meeting?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810" y="100584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Massachusetts, many towns let residents vote on big decisions.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Any resident can come to Town Meeting and vote — it is like a giant classroom vote for the whole town!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Towns vote on how to spend money, what rules to make, and important local projects.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Town Meeting happens at least once a year, usually in the spring or fall.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1539" y="3474720"/>
            <a:ext cx="146304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B3A5C"/>
                </a:solidFill>
              </a:defRPr>
            </a:pPr>
            <a:r>
              <a:t>Residents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400299" y="3794759"/>
            <a:ext cx="411480" cy="0"/>
          </a:xfrm>
          <a:prstGeom prst="line">
            <a:avLst/>
          </a:prstGeom>
          <a:ln w="25400">
            <a:solidFill>
              <a:srgbClr val="2E86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57500" y="3474720"/>
            <a:ext cx="146304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B3A5C"/>
                </a:solidFill>
              </a:defRPr>
            </a:pPr>
            <a:r>
              <a:t>Town Meeting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66259" y="3794759"/>
            <a:ext cx="411481" cy="0"/>
          </a:xfrm>
          <a:prstGeom prst="line">
            <a:avLst/>
          </a:prstGeom>
          <a:ln w="25400">
            <a:solidFill>
              <a:srgbClr val="2E86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823460" y="3474720"/>
            <a:ext cx="146304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B3A5C"/>
                </a:solidFill>
              </a:defRPr>
            </a:pPr>
            <a:r>
              <a:t>Vote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332220" y="3794759"/>
            <a:ext cx="411480" cy="0"/>
          </a:xfrm>
          <a:prstGeom prst="line">
            <a:avLst/>
          </a:prstGeom>
          <a:ln w="25400">
            <a:solidFill>
              <a:srgbClr val="2E86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89420" y="3474720"/>
            <a:ext cx="146304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B3A5C"/>
                </a:solidFill>
              </a:defRPr>
            </a:pPr>
            <a:r>
              <a:t>Decision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Town Moderator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810" y="10058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 Town Moderator keeps Town Meeting fair and organized.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Natick, the Moderator is Jeff Alderson.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His job is like a referee: he makes sure everyone follows the rules and gets a chance to speak.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 Moderator explains each question and calls the vote at the end.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He does not take sides — he stays neutral and fair.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810" y="4206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E86AB"/>
                </a:solidFill>
                <a:latin typeface="Calibri"/>
              </a:defRPr>
            </a:pPr>
            <a:r>
              <a:t>Moderator Jeff Alderson — Natick Town Meeting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Two Big Questions Before Town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Calibri"/>
              </a:defRPr>
            </a:pPr>
            <a:r>
              <a:t>Gas Leaf Blowers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Should Natick phase out gas blowers?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Article 32 — Fall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188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A1A1A"/>
                </a:solidFill>
                <a:latin typeface="Calibri"/>
              </a:defRPr>
            </a:pPr>
            <a:r>
              <a:t>Artificial Turf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3736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Should Natick pause new turf fields?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Article 33 — Fall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Question 1: Gas Leaf Blowers</a:t>
            </a:r>
          </a:p>
        </p:txBody>
      </p:sp>
      <p:pic>
        <p:nvPicPr>
          <p:cNvPr id="4" name="Picture 3" descr="gas_leaf_blow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384048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810" y="10058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2024, a group called EcoNatick asked Town Meeting to phase out gas-powered leaf blowers.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Their reasons: leaf blowers are loud, pollute the air, and can cause health problems like asthma.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They wanted people to switch to quieter, electric blowers — or just use a rake!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Debate: Leaf Blowers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a Phase-Out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Better for health — less air pollution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Quieter neighborhoods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Better for the environment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Electric technology is improving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AGAINST a Phase-Out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Battery blowers not powerful enough yet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Too expensive for small landscaping businesses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Some called it ‘government overreach’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Need more time to switch 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Outcome: Sent for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B3A5C"/>
                </a:solidFill>
                <a:latin typeface="Calibri"/>
              </a:defRPr>
            </a:pPr>
            <a:r>
              <a:t>79  —  27  — 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1A"/>
                </a:solidFill>
                <a:latin typeface="Calibri"/>
              </a:defRPr>
            </a:pPr>
            <a:r>
              <a:t>Yes (refer)        No        Abstain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Town Meeting voted to refer — send — the question to a committee for more study.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leaf blower rules were NOT decided yet.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Select Board, Board of Health, and the article sponsor will work together on next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Question 2: Artificial Turf</a:t>
            </a:r>
          </a:p>
        </p:txBody>
      </p:sp>
      <p:pic>
        <p:nvPicPr>
          <p:cNvPr id="4" name="Picture 3" descr="artificial_turf_fiel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097280"/>
            <a:ext cx="384048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1810" y="10058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In 2025, residents asked for a three-year moratorium — a pause — on new artificial turf fields.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Artificial turf is plastic grass used on sports fields like soccer and football.</a:t>
            </a:r>
          </a:p>
          <a:p>
            <a:pPr>
              <a:lnSpc>
                <a:spcPts val="1920"/>
              </a:lnSpc>
              <a:spcAft>
                <a:spcPts val="400"/>
              </a:spcAft>
              <a:defRPr sz="1600">
                <a:solidFill>
                  <a:srgbClr val="1A1A1A"/>
                </a:solidFill>
                <a:latin typeface="Calibri"/>
              </a:defRPr>
            </a:pPr>
            <a:r>
              <a:t>Supporters wanted time to study health and environmental risks before building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The Debate: Artificial Turf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FOR the Moratorium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Microplastics may be harmful to health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PFAS ‘forever chemicals’ in turf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Fields can get very hot in summer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Artificial turf is hard to recycle or dispose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058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3A5C"/>
                </a:solidFill>
                <a:latin typeface="Calibri"/>
              </a:defRPr>
            </a:pPr>
            <a:r>
              <a:t>AGAINST the Moratorium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5087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Not enough grass fields for kids to play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Turf fields can be used more hours than grass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A 3-year delay could push back important projects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Some said health risks are not proven yet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Outcome: Moratorium Passed!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B3A5C"/>
                </a:solidFill>
                <a:latin typeface="Calibri"/>
              </a:defRPr>
            </a:pPr>
            <a:r>
              <a:t>74  —  28  —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A1A1A"/>
                </a:solidFill>
                <a:latin typeface="Calibri"/>
              </a:defRPr>
            </a:pPr>
            <a:r>
              <a:t>Yes (moratorium)        No        Abstain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Town Meeting voted YES — the three-year moratorium was adopted!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No new artificial turf fields will be built in Natick for three years.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The town will use this time to study the issue and make a careful decision.</a:t>
            </a:r>
          </a:p>
          <a:p>
            <a:pPr>
              <a:lnSpc>
                <a:spcPts val="1800"/>
              </a:lnSpc>
              <a:spcAft>
                <a:spcPts val="400"/>
              </a:spcAft>
              <a:defRPr sz="1500">
                <a:solidFill>
                  <a:srgbClr val="1A1A1A"/>
                </a:solidFill>
                <a:latin typeface="Calibri"/>
              </a:defRPr>
            </a:pPr>
            <a:r>
              <a:t>Existing turf fields (like Cole Center and Memorial Field) are not affected.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101" y="0"/>
            <a:ext cx="1015898" cy="101589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810" y="221284"/>
            <a:ext cx="7589520" cy="572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3A5C"/>
                </a:solidFill>
                <a:latin typeface="Calibri"/>
              </a:defRPr>
            </a:pPr>
            <a:r>
              <a:t>What Can We Learn?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1. Anyone can speak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In Town Meeting, any resident can bring an idea or share their opinion.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2. Debating helps us make better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Hearing different sides of an argument helps the whole town think carefully.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AB"/>
                </a:solidFill>
                <a:latin typeface="Calibri"/>
              </a:defRPr>
            </a:pPr>
            <a:r>
              <a:t>3. Every vote 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Everyone’s vote is equal. That’s democracy in action!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
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Does Town Meeting Work?</a:t>
            </a:r>
            <a:br/>
            <a:r>
              <a:t>Two Big Decisions in Natick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ED"/>
                </a:solidFill>
                <a:latin typeface="Calibri"/>
              </a:defRPr>
            </a:pPr>
            <a:r>
              <a:t>A Natick Public Schools Learning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Is Town Meeting?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Massachusetts, many towns let residents vote on big decisions.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Any resident can come to Town Meeting and vote — it is like a giant classroom vote for the whole town!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Towns vote on how to spend money, what rules to make, and important local projects.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 Meeting happens at least once a year, usually in the spring or fall.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86AB"/>
                </a:solidFill>
                <a:latin typeface="Calibri"/>
              </a:defRPr>
            </a:pPr>
            <a:r>
              <a:t>Residents → Town Meeting → Vote → 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Town Moderator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Town Moderator keeps Town Meeting fair and organized.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Natick, the Moderator is Jeff Alderson.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His job is like a referee: he makes sure everyone follows the rules and gets a chance to speak.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Moderator explains each question and calls the vote at the end.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He does not take sides — he stays neutral and fair.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E86AB"/>
                </a:solidFill>
                <a:latin typeface="Calibri"/>
              </a:defRPr>
            </a:pPr>
            <a:r>
              <a:t>Moderator Jeff Alderson — Natick Town Meeting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Two Big Questions Before Town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Gas Leaf Blowers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phase out gas blowers?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32 — Fall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Artificial Turf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pause new turf fields?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33 — Fall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1: Gas Leaf Blowers</a:t>
            </a:r>
          </a:p>
        </p:txBody>
      </p:sp>
      <p:pic>
        <p:nvPicPr>
          <p:cNvPr id="4" name="Picture 3" descr="gas_leaf_b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2024, a group called EcoNatick asked Town Meeting to phase out gas-powered leaf blowers.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Their reasons: leaf blowers are loud, pollute the air, and can cause health problems like asthma.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They wanted people to switch to quieter, electric blowers — or just use a rake!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Leaf Blowers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a Phase-Out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health — less air pollution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Quieter neighborhoods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the environment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Electric technology is improving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a Phase-Out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Battery blowers not powerful enough yet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Too expensive for small landscaping businesses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called it ‘government overreach’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Need more time to switch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Sent for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79  —  27  —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(refer)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to refer — send — the question to a committee for more study.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leaf blower rules were NOT decided yet.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Select Board, Board of Health, and the article sponsor will work together on next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2: Artificial Turf</a:t>
            </a:r>
          </a:p>
        </p:txBody>
      </p:sp>
      <p:pic>
        <p:nvPicPr>
          <p:cNvPr id="4" name="Picture 3" descr="artificial_turf_fie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2025, residents asked for a three-year moratorium — a pause — on new artificial turf fields.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Artificial turf is plastic grass used on sports fields like soccer and football.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Supporters wanted time to study health and environmental risks before building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Artificial Turf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the Moratorium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Microplastics may be harmful to health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PFAS ‘forever chemicals’ in turf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Fields can get very hot in summer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Artificial turf is hard to recycle or dispose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the Moratorium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Not enough grass fields for kids to play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Turf fields can be used more hours than grass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 3-year delay could push back important projects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said health risks are not proven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Moratorium Passed!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74  —  28  —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(moratorium)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YES — the three-year moratorium was adopted!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 new artificial turf fields will be built in Natick for three years.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town will use this time to study the issue and make a careful decision.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Existing turf fields (like Cole Center and Memorial Field) are not affected.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Can We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1. Anyone can speak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In Town Meeting, any resident can bring an idea or share their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2. Debating helps us make better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Hearing different sides of an argument helps the whole town think carefully.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3. Every vote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Everyone’s vote is equal. That’s democracy in action!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D5ED"/>
                </a:solidFill>
                <a:latin typeface="Calibri"/>
              </a:defRPr>
            </a:pPr>
            <a:r>
              <a:t>Sources:</a:t>
            </a:r>
            <a:br/>
            <a:r>
              <a:t>Natick Report · EcoNatick · Town of Natick</a:t>
            </a:r>
            <a:br/>
            <a:r>
              <a:t>Telvue Recording of Fall 2025 Town Meeting</a:t>
            </a:r>
            <a:br/>
            <a:br/>
            <a:r>
              <a:t>Produced for Natick Public Schools</a:t>
            </a:r>
            <a:br/>
            <a:r>
              <a:t>©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